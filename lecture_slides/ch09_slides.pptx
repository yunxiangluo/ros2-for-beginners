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9 章 Gazebo 仿真的标题页。有了模型之后，如何让机器人在虚拟物理世界里动起来就是本章主题。本章 2 课时，从版本选型、URDF 桥接讲到传感器插件与 ros2_control 差速控制。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旁白：六个目标依次推进：版本选型解决用哪套工具，桥接与 spawn 解决怎么进仿真，三类传感器插件解决感知数据从哪来，ros2_control 与 YAML 解决怎么驱动底盘，最后 use_sim_time 解决时间同步。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旁白：版本选择是入门第一坑：ROS2 Humble 对应 Gazebo Classic 11，Iron 之后才是 Gazebo Sim。接口方式也不同，Classic 用 gazebo_ros 插件，新版用 ros_gz。装好后务必核对 package.xml 与 pkg list 输出，版本不配对是安装失败主因。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旁白：Gazebo 的世界格式是 SDF，ROS2 模型是 URDF，二者通过 gazebo_ros 桥接层衔接：URDF 只声明几何与关节，桥接插件补齐物理与渲染实现。常见插件有 libgazebo_ros_init 与 libgazebo_ros_factory，必须在扩展标签中显式声明。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旁白：典型启动流程是三步：ExecuteProcess 启动带服务插件的空世界，robot_state_publisher 发布模型描述，spawn_entity.py 在指定坐标生成机器人。三件事之间通过话题与参数衔接，缺一步都不行，这是所有仿真实例的模板。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旁白：世界文件声明光照与障碍物等静态环境，spawn_entity 通过 robot_description 话题复用模型，再经生成服务注入仿真。TF 链要与第 7 章坐标系树对应。把世界与模型打包进独立仿真包，是可重复实验的工程习惯。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旁白：LiDAR 用 ray 型传感器插件：采样 720 点覆盖 360 度，即 0.5 度分辨率，更新频率 10 赫兹。插件把射线数据发布为 LaserScan 话题，命名空间与重映射都在 ros 参数里配置，与模型文件解耦。RViz 中可直接以点云方式查看。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旁白：Camera 与 IMU 插件写法同构：sensor 标签声明类型与频率，plugin 标签指定插件库与话题配置。Camera 发布图像话题，IMU 发布线加速度与角速度。注意话题是否带命名空间要以实际 remapping 结果为准，练习中要对应调整。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旁白：工程要点：差速底盘用 diff_drive 插件订阅速度指令发布里程计；帧名必须与 URDF 的 link 名一致，与 TF 树严格对应；仿真中频率受实时因子影响，先做 topic hz 验频；图像带宽大，开发期优先降分辨率与帧率。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旁白：ros2_control 把控制分成三层：上层控制器算速度映射，中层 controller manager 管理加载与激活，底层 GazeboSystem 模拟电机与编码器。职责解耦的好处是同一套控制器代码既能仿真也能上真机，这也是现代 ROS2 的标准做法。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旁白：diff_drive_controller 的参数集中在 YAML：轮距、轮径、左右轮关节名，以及速度限幅。update_rate 决定控制频率，publish_rate 决定里程计发布频率。配置好之后用 spawner 或命令行加载激活，激活前速度指令会被静默忽略。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旁白：仿真踩坑清单：use_sim_time 不开，时间失配 TF 跳变；状态发布器没起，没有 TF 一切失效；控制器没激活，速度指令被静默丢弃。推荐按 odom、cmd_vel、TF、导航的顺序逐层验证。仿真的静默失败多于显式报错，运行演示展示验证流程。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旁白：回顾本章要点：版本选型看 ROS2 版本；URDF 经桥接插件转 SDF，spawn_entity 生成机器人；传感器用扩展标签接入；差速控制参数集中在 YAML；ros2_control 三层解耦；use_sim_time 是时间同步前提。六点构成仿真闭环。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旁白：六道练习覆盖全流程：写世界文件加载模型、用 Launch 指定生成坐标、添加 LiDAR 并 RViz 显示、写 Camera 与 IMU 插件、配置差速参数、最后发布速度指令观察运动并验证。建议按启动到感知再到控制的顺序完成。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 SLAM：问题定义与贝叶斯框架、滤波与优化两类方法、ROS2 工具链实战。Gazebo 场景正是 SLAM 建图任务的舞台，仿真数据可以先验证算法再上真机。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15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Gazebo 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9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Gazebo Classic 与 Gazebo Sim 的版本选择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URDF → SDF 桥接与 spawn_entity 机器人生成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LiDAR / Camera / IMU 传感器插件配置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ros2_control 架构与 diff_drive_controller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会用 YAML 文件配置控制器参数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use_sim_time 等仿真集成要点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Gazebo 版本选择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15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Gazebo Classic (11)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Gazebo Sim (Harmonic)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 ROS2 版本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Humble / Iron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Iron / Jazzy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接口方式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gazebo_ros_* 插件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ros_gz_* 接口包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场景定位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 机器人教学主流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新项目长期演进方向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本章以 Gazebo Classic + ROS2 Humble 为主讲解，原理与插件写法可平滑迁移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73551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当前仓库实例使用 Gazebo Sim Harmonic（新版），命令入口大致对应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678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版本配对务必核对 package.xml 与 ros2 pkg list | grep gazebo 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00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URDF → SDF 桥接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Gazebo 原生世界格式为 SDF，ROS2 模型使用 URDF，两者通过插件桥接：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URDF（几何 + 关节 + 传感器声明）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↓  gazebo_ros 桥接层（libgazebo_ros_init.so 等插件）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SDF（物理引擎 + 渲染 + 传感器实现）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620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需要在 URDF 的 &lt;gazebo&gt; 扩展标签中显式声明桥接插件，Gazebo 才能「读懂」URDF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7530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常见的桥接插件：libgazebo_ros_init.so（服务接口）、libgazebo_ros_factory.so（模型生成）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88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传感器输出、话题名、更新频率都在插件 ros 参数中配置，与模型文件解耦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5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仿真启动 Launch 文件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7322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launch/sim_bringup.launch.py（节选）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generate_launch_description():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LaunchDescription([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启动 Gazebo 空世界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ExecuteProcess(cmd=['gazebo', '--verbose', '-s',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'libgazebo_ros_init.so',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'-s', 'libgazebo_ros_factory.so'],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output='screen'),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将模型描述写入 /robot_description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Node(package='robot_state_publisher',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executable='robot_state_publisher',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output='screen',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parameters=[{'robot_description': Command(['xacro ', urdf_path])}]),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在空世界中生成机器人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Node(package='gazebo_ros', executable='spawn_entity.py',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output='screen',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arguments=['-topic', 'robot_description',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'-entity', 'xbot']),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490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9-1（节选）：典型仿真启动流程 = 世界 + 描述 + 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696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物体生成体系：世界文件与 spawn_entity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世界文件（.world / .sdf）声明光照、地面、障碍物等静态环境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spawn_entity.py 通过 -topic robot_description 复用状态发布器已上传的模型，再经 /gazebo/spawn_entity 服务注入仿真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world 坐标系 → /odom → /base_footprint → /base_link 的 TF 链与第 7 章坐标系树逐一对应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把世界与模型打包进独立仿真包，是可重复实验的工程习惯</a:t>
            </a:r>
          </a:p>
        </p:txBody>
      </p:sp>
      <p:pic>
        <p:nvPicPr>
          <p:cNvPr id="10" name="Picture 9" descr="rviz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8" y="3749040"/>
            <a:ext cx="4389118" cy="24688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图：官方教程——spawn 生成机器人后在 RViz2 中查看模型与话题数据。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LiDAR 传感器插件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42854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&lt;gazebo reference="laser_link"&gt;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&lt;sensor type="ray" name="lidar_sensor"&gt;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&lt;always_on&gt;true&lt;/always_on&gt;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&lt;update_rate&gt;10&lt;/update_rate&gt;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&lt;ray&gt;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&lt;scan&gt;&lt;horizontal&gt;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&lt;samples&gt;720&lt;/samples&gt;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&lt;resolution&gt;1&lt;/resolution&gt;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&lt;min_angle&gt;-3.14&lt;/min_angle&gt;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&lt;max_angle&gt;3.14&lt;/max_angle&gt;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&lt;/horizontal&gt;&lt;/scan&gt;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&lt;range&gt;&lt;min&gt;0.1&lt;/min&gt;&lt;max&gt;30.0&lt;/max&gt;&lt;/range&gt;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&lt;/ray&gt;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&lt;plugin name="lidar_plugin" filename="libgazebo_ros_ray_sensor.so"&gt;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&lt;ros&gt;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&lt;namespace&gt;/xbot&lt;/namespace&gt;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&lt;remapping&gt;~/out:=scan&lt;/remapping&gt;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&lt;/ros&gt;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&lt;output_type&gt;sensor_msgs/LaserScan&lt;/output_type&gt;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&lt;/plugin&gt;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&lt;/sensor&gt;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&lt;/gazebo&gt;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022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9-2（节选）：gazebo_ros_ray_sensor 插件把射线数据发布为 /xbot/scan（LaserScan）。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154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720 采样点 × 360° 即 0.5° 分辨率，仿真频率与 update_rate 直接相关</a:t>
            </a:r>
          </a:p>
        </p:txBody>
      </p:sp>
      <p:pic>
        <p:nvPicPr>
          <p:cNvPr id="9" name="Picture 8" descr="add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955" y="7028688"/>
            <a:ext cx="787144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82174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图：官方教程——在 RViz2 中添加 LiDAR 显示，查看 /scan 激光数据。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564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Camera 与 IMU 插件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&lt;gazebo reference="camera_link"&gt;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&lt;sensor type="camera" name="camera_sensor"&gt;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&lt;always_on&gt;true&lt;/always_on&gt;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&lt;update_rate&gt;10&lt;/update_rate&gt;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&lt;camera&gt;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&lt;horizontal_fov&gt;1.047&lt;/horizontal_fov&gt;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&lt;image&gt;&lt;width&gt;640&lt;/width&gt;&lt;height&gt;480&lt;/height&gt;&lt;/image&gt;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&lt;/camera&gt;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&lt;plugin name="camera_plugin" filename="libgazebo_ros_camera.so"&gt;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&lt;ros&gt;&lt;namespace&gt;/xbot&lt;/namespace&gt;&lt;/ros&gt;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&lt;/plugin&gt;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&lt;/sensor&gt;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&lt;/gazebo&gt;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60520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&lt;gazebo reference="imu_link"&gt;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&lt;sensor type="imu" name="imu_sensor"&gt;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&lt;always_on&gt;true&lt;/always_on&gt;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&lt;update_rate&gt;50&lt;/update_rate&gt;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&lt;plugin name="imu_plugin" filename="libgazebo_ros_imu_sensor.so"&gt;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&lt;ros&gt;&lt;namespace&gt;/xbot&lt;/namespace&gt;&lt;/ros&gt;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&lt;/plugin&gt;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&lt;/sensor&gt;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&lt;/gazebo&gt;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Camera 发布 /xbot/camera/image_raw（对应练习 9.3 使用的 /camera/image_raw），IMU 发布 3D 线加速度与角速度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333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传感器插件工程要点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差速底盘用 libgazebo_ros_diff_drive.so：订阅 /cmd_vel，发布 /odom 与关节状态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LiDAR / Camera / IMU 分别对应 ray、camera、imu 三类 sensor 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帧名必须与 URDF 中 link 名一致，与第 7 章 TF 树严格对应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仿真中传感器频率受实时因子影响，先 ros2 topic hz 验频再谈误检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图像带宽大，开发期优先降低分辨率与帧率</a:t>
            </a:r>
          </a:p>
        </p:txBody>
      </p:sp>
      <p:pic>
        <p:nvPicPr>
          <p:cNvPr id="11" name="Picture 10" descr="gazebo_diff_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560" y="3877056"/>
            <a:ext cx="2721934" cy="2340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图：官方教程——libgazebo_ros_diff_drive 插件驱动下的差速底盘模型。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ros2_control 三层架构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上位层  Controller 管理：diff_drive_controller（速度 → 左右轮速）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中间层  Controller Manager：加载 / 激活 / 停用控制器组件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↓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底层    GazeboSystem（模拟编码器与电机，经 Gazebo 插件接入）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51176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&lt;gazebo&gt;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&lt;plugin name="diff_drive" filename="libgazebo_ros2_control.so"&gt;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&lt;ros&gt;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&lt;namespace&gt;/xbot&lt;/namespace&gt;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&lt;/ros&gt;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&lt;controller_manager&gt;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&lt;name&gt;controller_manager&lt;/name&gt;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&lt;/controller_manager&gt;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&lt;/plugin&gt;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&lt;/gazebo&gt;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194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三层职责解耦：控制器只管算法，manager 管生命周期，Gazebo 管物理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0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diff_drive_controller 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7322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config/diff_drive.yaml（程序 9-3 节选）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controller_manager: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ros__parameters: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update_rate: 50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diff_drive_controller: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type: diff_drive_controller/DiffDriveController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diff_drive_controller: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ros__parameters: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use_sim_time: true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publish_rate: 20.0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left_wheel_names: ['left_wheel_joint']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right_wheel_names: ['right_wheel_joint']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wheel_separation: 0.4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wheels_per_side: 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wheel_radius: 0.1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linear.x.has_velocity_limits: true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linear.x.min_velocity: -2.0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linear.x.max_velocity: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490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9-3（节选）：速度指令 → 左右轮速的映射参数全部集中于此。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696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激活：ros2 control load_controller diff_drive_controller（或 spawner 自动加载）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828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常见坑与验证顺序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use_sim_time: true 未开启 → ROS2 时间与 Gazebo 仿真时钟失配，TF 时延跳变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robot_state_publisher 未启动 → 无 TF，控制器与 RViz 全部失效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控制器未 spawn 激活 → /cmd_vel 消息被静默丢弃，节点照常运行但车轮不动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推荐验证顺序：ros2 topic echo /odom → 发布 /cmd_vel 看车轮 → RViz 看 TF 树 → 再跑导航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仿真的「静默失败」多于「显式报错」，逐层验证比看日志更可靠</a:t>
            </a:r>
          </a:p>
        </p:txBody>
      </p:sp>
      <p:pic>
        <p:nvPicPr>
          <p:cNvPr id="11" name="Picture 10" descr="ch09_gazebo_head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17" y="4462272"/>
            <a:ext cx="2210221" cy="1755648"/>
          </a:xfrm>
          <a:prstGeom prst="rect">
            <a:avLst/>
          </a:prstGeom>
        </p:spPr>
      </p:pic>
      <p:pic>
        <p:nvPicPr>
          <p:cNvPr id="12" name="Picture 11" descr="ch09_gazebo_headles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07" y="6309360"/>
            <a:ext cx="180864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7498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Gazebo Classic 与 Gazebo Sim 选型取决于 ROS2 版本，Humble 对应 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URDF 需经 gazebo_ros 插件桥接为 SDF，spawn_entity.py 负责生成机器人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LiDAR / Camera / IMU 通过 &lt;gazebo&gt; 扩展标签声明插件接入仿真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diff_drive_controller 是差速底盘的核心控制器，参数集中 YAML 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ros2_control 三层架构将控制器、控制器管理、物理仿真解耦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use_sim_time 是仿真与真实系统时间同步的前提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 world 文件并在其中加载 URDF 机器人模型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 spawn_entity.py 相关 Launch，启动机器人到世界坐标 (1, 2, 0) 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为机器人添加 ray 型 LiDAR 插件，topic 输出 /scan，并在 RViz2 中显示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 Camera 和 IMU 插件，topic 分别为 /camera/image_raw 与 /imu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配置 diff_drive_controller 的 wheel_separation 与 wheel_radius，使小乌龟图 5-1 差速旋转正确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启动仿真后发布速度指令，观察车轮差速运动，并用日志与 ros2 topic hz 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第9章 PPT：Gazebo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10 章：SLAM基本概念与贝叶斯框架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 问题定义与数学形式化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贝叶斯滤波预测与更新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常用 SLAM 算法（gmapping / SLAM Toolbox / Cartographer）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 在 ROS2 中的工具链与实战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