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旁白：上一章完成了抓取与放置，而抓取的感知源头是相机；本章进入图像世界，先打通消息接口，再完成相机标定，为后续颜色检测与 YOLO 目标检测打好基础。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旁白：本章目标是一条完整链路：消息格式理解、cv_bridge 互转、传输优化、驱动接入，最后用标定把像素坐标与真实世界对齐。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旁白：Image 消息的要点是非布局的：行数、列数、编码与行步长都在头部给出，像素则是一维数组；解析图像等于按 header 里的元信息把 data 重新排版成二维矩阵。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旁白：转换表要横向记忆：一端是 ROS 字符串，另一端是 OpenCV 常量；实际开发中 bgr8、mono8、32FC1 三种最常用，分别对应彩色、灰度与深度。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旁白：CameraInfo 与 Image 是双胞胎：一张图加一份相机参数，才能把像素换算成射线；k 的九个元素要按行主序 reshape 成 3x3 矩阵后再参与计算。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旁白：官方文档最有价值的提醒是内存语义：共享模式为什么快、为什么不能改，理解了这一点，图像流水线里"必须复制再改写"的规则就顺理成章了。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旁白：记住"入 bgr8、出 mono8"的套路：订阅端按相机默认编码解析，发布端按处理结果编码发布；这是视觉节点最常见的第一段代码。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旁白：这个节点把前面所有零件组装起来：VideoCapture 是设备抽象，create_timer 把采集变成周期话题流量，cv2_to_imgmsg 完成格式转换，一个完整的话题发布端就绪。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旁白：理解 image_transport 的关键是"约定的后缀"：订阅方用 raw 拿原始图、用 compressed 拿压缩图，发布方并不关心谁在听；带宽焦虑时换后缀即可，不动算法代码。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旁白：usb_cam 是 ROS2 里最常用的摄像头驱动：安装即用，把 UVC 摄像头变成两个标准话题；多摄像头是车上常态，方案不是多写代码，而是重映射：节点名错开、话题名错开，一套逻辑服务多路相机。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旁白：标定的本质是求解 K 与畸变系数这组数，让"棋盘格上已知间距的角点"投影误差最小；官方经验阈值：单目标定重投影 RMS 低于约 0.5 像素，否则要补样本。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旁白：角点是标定的已知点：我 知道它们在板上的三维间距，又测出它们在图像里的二维坐标，一组对应关系就是一个方程；内角点数量是"格子数减一"，填参数时别把它和方格数混了。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旁白：标定的成败在采集：四种体位都要覆盖、远近都要有，四条指标条全绿说明样本分布足够；采集是体力活，Save 前的一分钟，之后全是计算。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旁白：去畸变有两种实现：undistort 整图一次完成，initUndistortRectifyMap+remap 查表加速适合视频流；注意仿真内参是模型设定值，不等同于真实镜头的标定结果。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旁白：收敛主线：消息格式决定看得懂，cv_bridge 决定能处理，标定决定测得准；下一章的颜色检测与 YOLO 将站在这条链路上直接消费图像话题。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旁白：由易到难：第 1 题练 cv_bridge 双向转换，第 2 题练驱动与消息查看，第 3 题练完整标定链路，第 4 题练去畸变，第 5 题练传输优化，均在 Gazebo 相机或 USB 摄像头上可验证。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旁白：本章打通的图像链路将在下一章产出"语义"：颜色帮你分物体，YOLO 帮你认物体，检测框再换算回像素坐标，接上抓取与导航。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机器人编程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30 章 ROS2 图像接口与相机标定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图像消息接口、cv_bridge 图像转换、image_transport 传输机制、usb_cam 驱动、相机标定原理与流程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sensor_msgs/Image 消息结构与 CameraInfo 相机内参消息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学会使用 cv_bridge 完成 ROS2 图像与 OpenCV 格式互转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image_transport 图像传输机制与压缩传输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 usb_cam 驱动的安装、配置与多摄像头使用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理解相机标定原理：内参矩阵与畸变系数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camera_calibration 棋盘格标定的完整流程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Image 消息结构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用 sensor_msgs/Image 作为标准图像消息，原始像素以扁平字节流承载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sensor_msgs/Image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header          # 消息头 (stamp, frame_id)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height          # 图像高度 (像素)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width           # 图像宽度 (像素)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encoding        # 编码格式 (rgb8, bgr8, mono8...)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is_bigendian    # 字节序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step            # 行字节数 (width * bytes_per_pixel)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data            # 原始图像数据 (uint8数组)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encoding 字段决定图像数据的解释方式，与 OpenCV 类型一一对应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高分辨率图像可改用 sensor_msgs/CompressedImage：format(jpeg/png/bmp) + data，大幅减少带宽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017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编码格式对应表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encoding 值与 OpenCV 类型一一对应，灰度、彩色、带通道与浮点深度图各有约定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encoding值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OpenCV类型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mono8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CV_8UC1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8位灰度图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mono16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CV_16UC1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16位灰度图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bgr8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CV_8UC3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BGR彩色图（OpenCV默认）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rgb8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CV_8UC3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RGB彩色图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bgra8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CV_8UC4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BGR带Alpha通道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rgba8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CV_8UC4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RGB带Alpha通道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32FC1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CV_32FC1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32位浮点深度图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245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通道数规则：mono/32f 为单通道，bgr8/rgb8 为三通道，bgra8/rgba8 为四通道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常见坑：OpenCV 默认 BGR，先转灰度再发布时必须用 mono8 而非 bgr8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50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CameraInfo 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相机内参通过 /camera_info 话题发布，k 为内参矩阵，d 为畸变系数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sensor_msgs/CameraInfo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header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height, width           # 图像分辨率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distorsion_model        # 畸变模型 (plumb_bob, rational...)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d                       # 畸变系数 [k1, k2, p1, p2, k3]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k                       # 内参矩阵 [fx, 0, cx; 0, fy, cy; 0, 0, 1]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r                       # 校正矩阵 (3x3)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p                       # 投影矩阵 (3x4)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binning_x, binning_y    # 合并像素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 roi                     # 感兴趣区域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70248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info_callback(self, msg):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self.get_logger().info(f'分辨率: {msg.width}x{msg.height}')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self.get_logger().info(f'内参矩阵: {msg.k}')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self.get_logger().info(f'畸变系数: {msg.d}')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31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k 是 9 个元素的一维数组，需要 reshape(3, 3) 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5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官方要点：sensor_msgs 定义与 cv_bridge 教程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官方把字段语义写死在接口里：encoding 复用 OpenCV 字符串、step 是行字节数（含内存对齐）、data 为扁平字节流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 cv_bridge 教程约定转换有复制与共享所有权（share）两种模式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共享模式零拷贝，但要求后续算法不得改动图像缓冲，是性能与线程安全的分界线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转灰度后重新发布必须先在副本上改写，再发布，这正是练习第 1 题的关键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官方要点出处：docs.ros.org、ros-perception/image_pipeline 与 OpenCV 官方标定教程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cv_bridge 图像转换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cv_bridge 提供 ROS2 Image 与 OpenCV Mat 的双向转换，是图像编程的桥头堡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Image ──imgmsg_to_cv2()──→ OpenCV Mat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OpenCV Mat ──cv2_to_imgmsg()──→ ROS2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cv_image = self.bridge.imgmsg_to_cv2(data, 'bgr8')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gray = cv2.cvtColor(cv_image, cv2.COLOR_BGR2GRAY)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 = self.bridge.cv2_to_imgmsg(gray, 'mono8')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msg.header.stamp = self.get_clock().now().to_msg()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msg.header.frame_id = 'camera_link'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self.image_pub.publish(msg)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245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转换失败抛 CvBridgeError，订阅回调中必须 try/except 包裹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发布前必须手动填充 header.stamp 与 frame_id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583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图像发布节点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图像发布节点的骨架是"摄像头上帧 + 定时器驱动发布"，用 OpenCV 打开设备并定时发布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self.cap = cv2.VideoCapture(0)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self.cap.set(cv2.CAP_PROP_FRAME_WIDTH, 640)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self.cap.set(cv2.CAP_PROP_FRAME_HEIGHT, 480)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self.cap.set(cv2.CAP_PROP_FPS, 30)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self.timer = self.create_timer(0.033, self.timer_callback)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6440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ret, frame = self.cap.read()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 = self.bridge.cv2_to_imgmsg(frame, 'bgr8')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msg.header.stamp = self.get_clock().now().to_msg()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msg.header.frame_id = 'camera_link'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self.pub.publish(msg)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268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定时器周期 0.033 s 与 30 fps 对应；摄像头打开失败要主动报错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47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析构时 cap.release() 释放设备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image_transport 传输机制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image_transport 是图像发布/订阅的抽象层，同一图像在 raw 与 compressed 等后缀话题上共存，订阅端按需选择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标准插件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话题后缀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传输内容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sensor_msgs/Image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compressed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/image_raw/compressed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JPEG/PNG 压缩图像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compressedDepth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/image_raw/compressedDepth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深度图像压缩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theora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/image_raw/theora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视频流编码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video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/image_raw/video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视频格式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95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官方要点：image_transport 本质是"话题重发布器"，插件通过 pluginlib 动态加载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08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CameraPublisher 可把 Image 与 CameraInfo 同步发布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压缩发布只需把 advertise() + publish() 换成 transport 版，算法代码不变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usb_cam 驱动使用与参数配置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usb_cam 支持 UVC 标准 USB 摄像头，即装即用发布 /image_raw 与 /camera_info，多摄像头靠重映射隔离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sudo apt install ros-jazzy-usb-cam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usb_cam usb_cam_node_exe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--ros-args --params-file usb_cam_params.yaml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image_tools showimage --ros-args -r image:=/image_raw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6324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video_device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设备路径（/dev/video0）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framerate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帧率（30.0）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frame_id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坐标系（camera_link）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pixel_format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像素格式（yuyv）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image_width/height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分辨率（640x480）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05663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usb_cam usb_cam_node_exe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--ros-args --remap __node:=usb_cam2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-p video_device:=/dev/video2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--remap /image_raw:=/camera2/image_raw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--remap /camera_info:=/camera2/camera_info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参数文件按 /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 命名空间写入 ros__parameters；命令行 -p 单参数覆盖与 --params-file 可混用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132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相机标定原理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相机把三维世界映射到像素平面，内参矩阵 K 描述映射关系；畸变分径向与切向两类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[ fx   0   cx 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K = [ 0    fy  cy 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[ 0    0    1 ]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62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fx, fy 为焦距（像素单位），cx, cy 为光心坐标（像素）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82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径向畸变 k1, k2, k3：桶形/枕形，离中心越远越明显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切向畸变 p1, p2：镜头与传感器不平行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23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张氏标定（Zhang's method）通过最小化重投影误差求解参数</a:t>
            </a:r>
          </a:p>
        </p:txBody>
      </p:sp>
      <p:pic>
        <p:nvPicPr>
          <p:cNvPr id="12" name="Picture 11" descr="ch30_calib_rad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54" y="4544568"/>
            <a:ext cx="1466947" cy="1673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径向畸变下棋盘格边缘变弯曲的示例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标定板与角点检测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标定板提供已知几何的图案，三种图案按精度需求选择；OpenCV 用 findChessboardCorners 提取角点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标定图案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棋盘格（Chessboard）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黑白交替方格，最常用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常规标定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对称圆点图案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规则排列的圆形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中等精度场景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非对称圆点图案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错位排列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高精度标定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2735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board = np.zeros((6*200, 8*200, 3), dtype=np.uint8)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for i in range(6):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j in range(8):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(i + j) % 2 == 0: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board[i*200:(i+1)*200, j*200:(j+1)*200] = 255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cv2.imwrite('calibration_board.png', board)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371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打印后贴在硬板上，确保平整无折痕；--size 8x6 指内角点数（官方填 7x5）</a:t>
            </a:r>
          </a:p>
        </p:txBody>
      </p:sp>
      <p:pic>
        <p:nvPicPr>
          <p:cNvPr id="10" name="Picture 9" descr="ch30_calib_pat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32" y="5550408"/>
            <a:ext cx="1016991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73912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检测棋盘格内角点并绘制的结果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86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camera_calibration 标定流程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 官方标定工具按"覆盖区域 → 倾斜与远近 → 指标全绿 → Calibrate → Save"五步完成标定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sudo apt install ros-jazzy-camera-calibration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camera_calibration cameracalibrator.py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--size 8x6 --square 0.0245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image:=/camera/color/image_raw camera:=/camera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4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缓慢移动标定板，覆盖画面各个区域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倾斜不同角度，并让标定板接近和远离相机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05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X, Y, Size, Skew 四条指标条全部变绿后点击 Calibrate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Save 保存结果到 /tmp/calibrationdata.tar.gz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469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标定结果加载与仿真校验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标定结果以 yaml 保存，加载后调用 getOptimalNewCameraMatrix 与 undistort 完成去畸变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data = yaml.safe_load(open(calib_file))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camera_matrix = np.array(data['camera_matrix']['data']).reshape(3, 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dist_coeffs = np.array(data['distortion_coefficients']['data'])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6207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new_cam, roi = cv2.getOptimalNewCameraMatrix(K, d, (w, h), 1, (w, h))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undistorted = cv2.undistort(frame, K, d, None, new_cam)</a:t>
            </a:r>
          </a:p>
        </p:txBody>
      </p:sp>
      <p:pic>
        <p:nvPicPr>
          <p:cNvPr id="9" name="Picture 8" descr="ch30_calib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128" y="3621024"/>
            <a:ext cx="3606799" cy="2596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去畸变后棋盘格边缘恢复为直线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568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仿真校验：启动 Gazebo 相机后 ros2 topic echo /camera/camera_info --once，观察 k 矩阵与输出分辨率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3700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rqt_image_view 可直接订阅 /camera/image_raw 实时查看画面</a:t>
            </a:r>
          </a:p>
        </p:txBody>
      </p:sp>
      <p:pic>
        <p:nvPicPr>
          <p:cNvPr id="13" name="Picture 12" descr="ch19_vis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407" y="8083296"/>
            <a:ext cx="3162240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927201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Image 消息：header/encoding/step/data，像素是扁平字节流；高带宽用 CompressedImage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CameraInfo 的 k 为内参矩阵，d 为畸变系数，使用前 reshape(3,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cv_bridge 双向转换：入 bgr8、出 mono8，发布前补 header；共享模式零拷贝但不可改缓冲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图像发布骨架：VideoCapture + create_timer + cv2_to_imgmsg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image_transport 按后缀选择传输格式，压缩发布不改算法代码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usb_cam 即装即用，多摄像头靠节点与话题重映射隔离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标定五步流程：采集覆盖 → 全绿 → Calibrate → Save → 加载去畸变（重投影 RMS &lt; 0.5 像素）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16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编写ROS2节点，订阅相机图像话题，将彩色图像转换为灰度图并重新发布。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使用usb_cam驱动启动USB摄像头，查看其发布的/image_raw和/camera_info话题内容。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使用camera_calibration工具对相机进行标定，保存标定结果并编写节点加载标定参数。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编写节点，对输入的图像进行畸变校正，并发布校正后的图像话题。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实现一个图像传输节点，使用image_transport发布压缩图像，并在订阅端显示。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第30章 PPT：ROS2 图像接口与相机标定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下一章进入第 31 章「颜色检测与 YOLO 检测」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先讲颜色空间转换与 HSV 颜色阈值分割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再引入 YOLO 目标检测模型及其 ROS2 节点封装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最终实现基于检测结果的视觉定位与抓取入口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