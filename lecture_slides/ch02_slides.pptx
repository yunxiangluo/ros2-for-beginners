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旁白：欢迎来到第 2 章！本讲共 90 分钟，围绕四处展开：包的结构与注册、节点模板与命名、日志系统、以及围绕它们的一整套命令行和可视化工具。上一章我们讲懂了架构，这一章要开始写第一个真正能跑的节点，动手的部分明显增多，请准备好环境，边讲边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旁白：六条目标对应本讲的知识地图：前三项任务是搭建包骨架，中间两项是节点与日志，最后一项是工具链。其中最关键的是 entry_points 注册机制——不理解它，写出来的脚本只能自己跑，无法被 ros2 run 调用。请把目标记下，每完成一环就打一个勾。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旁白：这张目录树是本讲的第一个重点图。一个 ament_python 包里，package.xml 管声明、setup.py 管安装、resource 标记文件管索引，源码目录才是写节点的地方，launch 与 test 分别管启动和测试。用 ros2 pkg create 一条命令就能生成全部骨架，后面所有章节的练习都会从它开始。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旁白：配置依赖有个铁律：package.xml 里声明的依赖必须和代码里 import 的库一致。声明少了，编译机器上能跑；换一台只装二进制包的环境就会直接报模块找不到。页面下方还提示一个省事技巧——用 ros2 pkg create 时把 --dependencies 参数写上，依赖会自动写进这个文件，不用手工编辑。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旁白：这个文件真正决定包如何被安装。其中 entry_points 的 console_scripts 是最关键的一段：左边 my_node 是运行时的可执行名，右边 my_robot_pkg.my_node:main 是函数入口，格式固定为名称等于包名、模块名加函数名。配置好它，colcon build 之后才能用 ros2 run 启动节点。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旁白：这是 ROS 2 Python 编程的骨架模板，值得背下来。main 函数四步走：rclpy.init 初始化、创建节点、spin 进入阻塞事件循环、finally 里销毁节点并 shutdown。中间用定时器每 1 秒触发一次回调，这就是话题发布的最小雏形——回调里的事才是节点真正干活的地方。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页说清楚节点标识的完整规则：完整名称由命名空间加节点名组成。三种设置方式里，构造函数适合代码写死，命令行重映射适合运行时临时改名，常见于同一个可执行文件启动多个副本的场景。记住两个限制：节点名不能带空格，同一命名空间下节点名不能重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旁白：日志分五级，从调试到致命逐级增加严重程度，默认只显示 INFO 及以上。除了 set_level 控制全局级别，两个参数很实用：throttle_duration_sec 用来节流，防止高频回调刷爆终端；once 保证整段生命周期只输出一次。运行时的 --log-level 参数不用改代码就能临时调节级别。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旁白：命令按使用频率分三层：ros2 run 启动节点，ros2 node list/info 检查节点状态，ros2 topic list/echo/hz 检查话题。其中 ros2 node info 是排障第一工具，能一口气给出发布者、订阅者、服务和 QoS 四类信息。遇到节点连不上的情况，先跑它看看到底哪一侧缺席。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旁白：图形里椭圆代表节点、矩形代表话题、连线代表发布订阅关系，这张图把命令行的抽象输出变成了直观拓扑。页面上两张示意图来自 ROS 2 官方文档，演示节点和话题如何互联。实际使用时勾选 Nodes/Topics (all) 可以看全所有实体，是理解系统行为最快速的入口。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旁白：RViz2 的界面以两栏为主：左侧 Displays 决定显示什么——机器人模型、坐标变换、激光扫描都从这里添加；右侧 Views 决定怎么看——轨道视角、俯视视角都在这调。rviz2 打开默认只有坐标轴，实际工程会直接用 -d 参数加载配置文件，团队共享一份 config.rviz 即可复现相同画面。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旁白：这页把第 1 章的状态机落实成代码：继承 LifecycleNode 后覆写三个回调，配合 ros2 lifecycle get/set 两个命令，可以在运行时查询和触发状态迁移。它的价值在大型系统里才显现——所有组件都进入 Active 后任务才开始，避免组件未就绪时被误调用，官方 talker 示例值得照着重写一遍加深印象。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旁白：这是第一次把自建节点和仿真环境放在同一个 DDS 域里跑：启动 Gazebo 后无需任何配置，自己的节点自动被发现，ros2 node list 就能看到双方。下方动图演示了节点的运行输出，练习 2.3 要求用重映射参数再启动一个同名副本，用来验证节点重命名与命名空间隔离的效果。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旁白：七条要点串起整章脉络：包结构解决怎么造，entry_points 解决怎么注册，节点模板解决怎么写，日志解决怎么查，命令与两个可视化工具解决怎么看，生命周期则解决怎么控制启动时机。把这张清单当复习提纲，逐个能讲出例子来，就说明真正掌握了。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旁白：六个练习从建包、调日志、重命名一路做到可视化，覆盖全部核心内容。第三条特别考验重映射的理解，第五条的 rqt_graph 与第六条的 RViz2 验证的是工具链熟练度。做完之后你的环境里会留下一个可复用的 hello 包，第 3 章的消息类型练习会直接用到它。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旁白：下一章进入三大通信模型的第一个——话题通信。我们会在本章包的基础上自定义 Person.msg 消息，实现发布者与订阅者两端，最后用 QoS 匹配规则解释为什么发布方和订阅方必须协商一致才能通信。聊完话题，服务与动作两大模型会顺势展开，编程的节奏将从单个节点进入多节点协作。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第2章 PPT：ROS 2 核心编程基础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第2章 PPT：ROS 2 核心编程基础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16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ROS 2 核心编程基础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课程：ROS2 Python 编程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章节：第 2 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课时：2 课时（90 分钟）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741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教学方式：讲授 + 演示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本课学习目标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第2章 PPT：ROS 2 核心编程基础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ament_python 包的标准目录结构与 package.xml 配置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 setup.py 中 entry_points 的注册机制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掌握最小节点模板与「init → spin → destroy → shutdown」标准流程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理解节点名称、命名空间与重映射规则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掌握分级日志系统的使用与高级输出方式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熟悉 CLI 命令、rqt_graph 与 RViz2 工具链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Python 包标准结构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第2章 PPT：ROS 2 核心编程基础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ament_python 构建系统；包是可编译、可安装、可分享的最小单元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304495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my_robot_pkg/                     # 包根目录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├── package.xml                   # 包元数据（名称、版本、依赖）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├── setup.py                      # 安装脚本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├── setup.cfg                     # 安装配置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├── resource/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└── my_robot_pkg              # ament index 标记文件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├── my_robot_pkg/                 # Python 源码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├── __init__.py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└── my_node.py                # 节点代码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├── launch/                       # Launch 文件目录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│   └── demo.launch.py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└── test/                         # 测试代码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├── __init__.py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└── test_my_node.py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图 2-1：ROS 2 Python 包的标准目录结构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955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创建命令：ros2 pkg create my_pkg --build-type ament_python --dependencies rclpy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087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package.xml 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第2章 PPT：ROS 2 核心编程基础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depend 依赖声明必须与实际 import 一致，否则二进制环境无法运行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344728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&lt;?xml version="1.0"?&gt;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&lt;package format="3"&gt;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&lt;name&gt;my_robot_pkg&lt;/name&gt;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&lt;version&gt;0.1.0&lt;/version&gt;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&lt;description&gt;My first ROS 2 Python package&lt;/description&gt;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&lt;maintainer email="student@example.com"&gt;Student Name&lt;/maintainer&gt;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&lt;license&gt;Apache-2.0&lt;/license&gt;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&lt;!-- 运行时依赖 --&gt;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&lt;exec_depend&gt;rclpy&lt;/exec_depend&gt;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&lt;exec_depend&gt;std_msgs&lt;/exec_depend&gt;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&lt;export&gt;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&lt;build_type&gt;ament_python&lt;/build_type&gt;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&lt;/export&gt;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&lt;/package&gt;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772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--dependencies rclpy 参数会把依赖提前写入 package.xml，无需手工添加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904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setup.py 安装入口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第2章 PPT：ROS 2 核心编程基础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entry_points 把 Python 函数注册为 ROS 2 可执行文件，格式「名称 = 包名.模块名:函数名」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39166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setuptools import find_packages, setup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package_name = 'my_robot_pkg'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setup(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name=package_name,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version='0.1.0',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packages=find_packages(exclude=['test']),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data_files=[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('share/ament_index/resource_index/packages',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['resource/' + package_name]),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('share/' + package_name, ['package.xml']),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],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install_requires=['setuptools'],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entry_points={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'console_scripts': [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'my_node = my_robot_pkg.my_node:main',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],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},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66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colcon build --symlink-install 后代码修改即时生效，无需重编译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6598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最小节点模板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第2章 PPT：ROS 2 核心编程基础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main 遵循「初始化→创建→spin→销毁→关闭」；spin 为阻塞式事件循环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465429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import rclpy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rclpy.node import Node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MyFirstNode(Node):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super().__init__('my_first_node')   # 节点名称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self.timer = self.create_timer(1.0, self.timer_callback)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self.count = 0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self.get_logger().info('节点已启动！')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timer_callback(self):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self.count += 1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self.get_logger().info(f'Hello ROS 2! Count: {self.count}')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main(args=None):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rclpy.init(args=args)          # 初始化 ROS 2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node = MyFirstNode()           # 创建节点实例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try: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rclpy.spin(node)           # 进入事件循环（阻塞）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except KeyboardInterrupt: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pass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finally: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node.destroy_node()        # 销毁节点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rclpy.shutdown()           # 关闭 ROS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684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程序 2-1：ROS 2 Python 最小节点模板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104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节点名称与命名空间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第2章 PPT：ROS 2 核心编程基础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完整节点标识 = {namespace}/{node_name}；节点名与可执行文件名是两回事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设置方式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示例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构造函数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rclpy.create_node('n', namespace='my_ns')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代码中固定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命令行重映射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--ros-args -r __ns:=/new_ns -r __node:=new_name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运行时修改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Node 子类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super().__init__('node_name', namespace='my_ns')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类继承写法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2735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命名规则：节点名只能包含字母、数字和下划线，不能包含空格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941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同一可执行文件可重映射生成多个节点实例；重映射后话题名受命名空间影响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不同命名空间下节点相互隔离；同名节点在同一命名空间下无法共存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354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分级日志系统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第2章 PPT：ROS 2 核心编程基础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DEBUG/INFO/WARN/ERROR/FATAL 五级，支持节流与一次性输出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日志级别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Python API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DEBUG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debug()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调试信息（默认不输出）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INFO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info()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一般信息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WARN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warn()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警告信息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ERROR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error()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错误信息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FATAL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fatal()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致命错误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3895344"/>
            <a:ext cx="11094415" cy="1837943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设置日志级别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self.get_logger().set_level(rclpy.logging.LoggingSeverity.DEBUG)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节流日志：避免高频刷屏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self.get_logger().info('每秒最多输出一次', throttle_duration_sec=1)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一次性日志：整个生命周期只输出一次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self.get_logger().info('只输出一次', once=True)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613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命令行运行时可用 --ros-args --log-level DEBUG 动态调整级别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745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命令行工具链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第2章 PPT：ROS 2 核心编程基础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ros2 node/topic/pkg 命令是调试核心手段；node info 是排查「连不上」的第一工具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244144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colcon build --packages-select my_robot_pkg --symlink-install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source install/setup.bash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my_robot_pkg my_node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node list               # 列出所有节点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node info /my_first_node # 订阅/发布/服务/QoS 详情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list              # 列出话题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echo /topic_name  # 监听话题消息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hz /topic_name    # 查看话题频率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pkg list                # 列出所有包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pkg xml my_robot_pkg    # 查看包 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714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ros2 node info 能显示发布者/订阅者、服务端/客户端及 QoS 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846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发现机制在 DDS 层面全局生效，ros2 node list 可跨命名空间列出全部节点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8978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rqt_graph 可视化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第2章 PPT：ROS 2 核心编程基础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椭圆 = 节点，矩形 = 话题，连线 = 发布/订阅关系，实时查看通信拓扑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rqt_graph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或 ros2 run rqt_graph rqt_graph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安装：sudo apt install ros-humble-rqt-graph</a:t>
            </a:r>
          </a:p>
        </p:txBody>
      </p:sp>
      <p:pic>
        <p:nvPicPr>
          <p:cNvPr id="8" name="Picture 7" descr="Nodes-TopicandServic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221" y="2862072"/>
            <a:ext cx="5970612" cy="3355848"/>
          </a:xfrm>
          <a:prstGeom prst="rect">
            <a:avLst/>
          </a:prstGeom>
        </p:spPr>
      </p:pic>
      <p:pic>
        <p:nvPicPr>
          <p:cNvPr id="9" name="Picture 8" descr="rqt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566" y="6309360"/>
            <a:ext cx="1757922" cy="1097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7498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 2-2：rqt_graph 界面示意图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8455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勾选「Nodes/Topics (all)」可查看完整的通信图（图源：docs.ros.org）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85587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RViz2 可视化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第2章 PPT：ROS 2 核心编程基础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左侧 Displays 配置显示项，右侧 Views 控制视角；安装 ros-humble-rviz2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rviz2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或指定配置文件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rviz2 -d /path/to/config.rviz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62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图 2-3：RViz2 界面布局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8269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Displays 面板可添加 RobotModel、TF、LaserScan 等显示项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959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Views 面板支持 Orbit、TopDownOrtho 等多种视角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165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生命周期节点进阶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第2章 PPT：ROS 2 核心编程基础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继承 LifecycleNode 重写 on_configure/on_activate 回调，响应外部状态迁移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43560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rclpy.lifecycle import LifecycleNode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MyNode(LifecycleNode):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on_configure(self, state):   pass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on_activate(self, state):    pass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on_deactivate(self, state):  pass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465576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lifecycle get /node                  # 查询当前状态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lifecycle set /node configure        # 触发状态迁移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2452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只有全部组件进入 Active 状态后，任务级应用才允许发送控制指令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451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建议对照官方 lifecycle/talker.py 示例重写一遍状态回调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657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仿真结合运行：Gazebo 中运行自己的 Python 节点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第2章 PPT：ROS 2 核心编程基础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自建节点发布的话题在 DDS 域内被自动发现，无需中心节点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1837943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终端 1：启动 Gazebo 仿真（无界面）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robot_sim_demo gazebo2.launch.py gui:=false rviz:=false drive:=false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终端 2：运行自建节点并观察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my_first_pkg my_node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node list                 # 自己的节点与仿真节点同域自动发现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node info /listener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list | grep scan    # 查看仿真的 /scan 话题</a:t>
            </a:r>
          </a:p>
        </p:txBody>
      </p:sp>
      <p:pic>
        <p:nvPicPr>
          <p:cNvPr id="8" name="Picture 7" descr="ch02_node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743" y="3575304"/>
            <a:ext cx="5191569" cy="26426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3093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用 --ros-args -r __node:=my_node2 运行副本，验证节点重映射（对应练习 2.3）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022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第2章 PPT：ROS 2 核心编程基础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ament_python 包 = package.xml（元数据）+ setup.py（安装入口）+ 源码目录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entry_points 把 Python 函数注册为 ROS 2 可执行文件，格式「名称 = 包名.模块名:函数名」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节点流程：init → create_node → spin → destroy → shutdown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日志分级 DEBUG/INFO/WARN/ERROR/FATAL，支持节流与一次性输出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ros2 node/topic/pkg 命令是调试核心手段，node info 优先排查连接问题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rqt_graph 可视化通信拓扑，RViz2 可视化机器人传感器与执行器数据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681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7. 生命周期节点通过状态回调保证组件有序启动与关停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887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第2章 PPT：ROS 2 核心编程基础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创建名为 hello_pkg 的 ROS 2 Python 包，包含 hello_node 节点，每秒输出一句问候语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运行节点时添加 --ros-args --log-level DEBUG，观察不同日志级别的输出差异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运行两个 hello_node，用 -r __node:=hello2 重命名第二个，用 ros2 node list 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用 ros2 node info 查看 talker 节点的发布者和订阅者信息，画出通信拓扑图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启动 demo_nodes_py talker 和 listener，用 rqt_graph 可视化节点通信关系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安装并启动 RViz2，加载默认配置，认识显示面板和视角控制</a:t>
            </a:r>
          </a:p>
        </p:txBody>
      </p:sp>
      <p:pic>
        <p:nvPicPr>
          <p:cNvPr id="12" name="Picture 11" descr="im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097" y="5175504"/>
            <a:ext cx="4952860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6364224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第2章 PPT：ROS 2 核心编程基础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16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 3 章：话题通信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发布者 / 订阅者编程模型（Publisher / Subscription）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自定义消息类型 Person.msg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话题通信的 QoS 匹配与最佳实践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