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旁白：欢迎来到第 24 章，机械臂基础知识！本章 2 课时，从机械臂分类一路讲到齐次变换、DH 参数、正逆运动学、工作空间，最后落到 ROS2 接口。这是机械臂部分的地基章，线性代数会大量回归，别慌，我们一步步来。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旁白：五条目标两条主线：前四条是运动学理论——分类、DH 建模、正逆解、工作空间；最后一条是 ROS2 接口。学完本章的检验标准：能对任何一台串联机械臂写出 DH 参数表，并算出末端位姿。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旁白：结构分类五种各有所长：关节型 6 轴最通用、直角坐标精度高但笨重、SCARA 水平柔顺垂直刚性适合装配、并联刚度高速度快但空间小、协作型带力控能无围栏和人一起干活。中间那行 ASCII 就是关节型的腰、肩、肘、腕结构——模拟人手臂的映射。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旁白：应用分类四象限，指标才是选型的硬道理。自由度 6 是个魔法数字——正好能到达空间任意位姿。买机械臂盯四个数：自由度、负载、工作空间、重复定位精度；粉尘和湿气环境别忘了防护等级 IP。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旁白：位姿等于位置加姿态，齐次变换用一个 4×4 矩阵把两者统一。三种姿态表示各有取舍：旋转矩阵直观但冗余、欧拉角直观但有万向节锁、四元数无奇异且插值平滑——这也是 TF2 统一用四元数的原因。右图是 Panda 机械臂的 TF 坐标系可视化，每个坐标系就是一个位姿。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旁白：DH 参数用四个数标准化描述相邻连杆：a 沿 X 的杆长、α 绕 X 的扭转、d 沿 Z 的关节距离、θ 绕 Z 的关节转角。记牢口诀"沿 X、绕 X、沿 Z、绕 Z"，相邻连杆变换就是这四个基本运动的乘积。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旁白：左边参数表是 Panda 的六轴 DH 参数，注意 J2 的 -π/2 和 J5 的 -0.0825 两个负值——它们决定了连杆扭转方向，是最容易抄错的陷阱。正运动学就是 dh_transform 构造 4×4 矩阵后依次连乘，代码一行 T = T_0_1 @ ... @ T_5_6 搞定。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旁白：正运动学一一对应唯一确定，逆运动学反过来三条难点全出：同一末端位姿多解、目标超工作空间不可达、奇异位姿雅可比降秩。解析法要满足 Pieper 准则——三相邻关节轴交于一点；数值法雅可比伪逆迭代通用性强，工程上首选。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旁白：数值 IK 五步迭代：算当前位姿、求位置加姿态误差、数值差分得雅可比、伪逆求增量、限位裁剪后更新。收敛判据误差范数小于 1e-4、最多 100 次迭代。它对初始猜测很敏感——初值好收敛快，初值差可能震荡，调 IK 的第一直觉就是换初值。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旁白：求解器选型看场景：KDL 通用、TRAC-IK 高鲁棒、IKFast 实时性最强、BioIK 支持多约束优化。kinematics.yaml 里四个参数——求解器名、搜索分辨率 0.005、超时 0.005 秒、尝试 3 次，MoveIt 就按这份配置加载求解插件。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旁白：工作空间分两层：可达工作空间只看位置，灵巧工作空间还要求任意姿态。蒙特卡洛法是工程上最简单的分析法——在关节限位内随机采样一万次，经正运动学映射到笛卡尔空间画 3D 散点图，散点密度直接反映可达性分布。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旁白：/joint_states 是机械臂的"心电图"：name、position、velocity、effort 四个字段。订阅后一定要按 name 索引读取 position——别按数组下标猜顺序，关节顺序变了就全错。状态监控和正运动学的输入都从这条话题来，字段名也得照抄：position 不叫 angles。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旁白：TF2 维护 base_link 到各连杆再到 tool0 的变换树，lookup_transform 一查就能拿到末端位姿。robot_state_publisher 是"翻译官"：监听 /joint_states，按 URDF 自动算出各连杆 TF 发布出去。这条命令把 URDF 喂给它，机械臂的数字孪生就跑起来了。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旁白：ros2_control 三种控制器各司其职：JointStateController 发布关节状态、JointTrajectoryController 执行轨迹、PositionController 做位置控制。yaml 里 update_rate 100 赫兹，arm_controller 挂六个关节。记住：JointTrajectoryController 是轨迹执行的标准入口。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旁白：六条要点串起来就是本章地图：结构分类、齐次变换与四元数、DH 四参数、正逆解的对称与难点、雅可比伪逆迭代、ROS2 三大接口。能对着每条讲出"是什么、为什么、怎么用"，这章就算到手了。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旁白：五道题层层递进：第一题建 DH 表写正解，第二题写数值 IK 验证收敛，第三题蒙特卡洛画工作空间，第四题订阅 /joint_states 算末端位置，第五题讲清 TF2 变换树。第一、二题是核心——IK 的收敛性实验结果记得截图存档，复试和面试都用得上。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旁白：下一章把理论变成模型：URDF、Xacro、SRDF、RViz 可视化与 3D 模型导入。学完 DH 参数再看机器人建模描述，你会对连杆和关节的关系有全新的理解。下课，下节课见！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24 章 机械臂基础知识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内容：机械臂分类、齐次变换与 DH 参数、正逆运动学、工作空间、ROS2 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理解机械臂的分类与应用场景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掌握机器人运动学基础与 DH 参数建模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理解正运动学与逆运动学的基本原理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了解机械臂工作空间的概念与分析方法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ROS2 中机械臂接口的使用方法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机械臂结构分类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关节型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：旋转关节串联，模拟人手臂；6 轴可达空间任意位姿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基座 → 腰关节(J1) → 肩关节(J2) → 肘关节(J3)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→ 腕关节(J4) → 腕关节(J5) → 腕关节(J6) → 末端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682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直角坐标型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：三个线性滑动关节互相垂直，精度高但灵活性受限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SCARA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：两平行旋转关节 + 一线性垂直关节，水平柔顺、垂直刚性，适合装配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02151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并联型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：多连杆并联驱动末端平台（如 Delta），刚度高、速度快、工作空间小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1538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协作型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：具备力控、碰撞检测与安全保护，可无围栏人机协同（UR5e、Panda、LBR iiwa）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286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应用分类与关键指标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分类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工业机器人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焊接、搬运、装配、喷涂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高速度、高精度、大负载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服务机器人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家庭服务、医疗辅助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轻量化、安全交互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特种机器人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太空、水下、核环境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环境适应性强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教育机器人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教学实验、科研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开放接口、模块化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关键技术指标：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自由度（DOF）：独立运动轴数量，6 自由度可到达任意位姿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负载能力、工作空间、重复定位精度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最大运动速度（各关节角速度上限）、防护等级（IP）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53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位姿与齐次变换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位姿 = 位置（3D 坐标）+ 姿态（朝向）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齐次变换矩阵：4×4 矩阵统一表达旋转与平移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[ R   t 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T = [ 0 0 0 1 ]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姿态表示方式：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95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旋转矩阵：直观但参数冗余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301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欧拉角：直观但存在万向节锁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507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四元数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：无奇异、插值平滑，TF2 中统一使用</a:t>
            </a:r>
          </a:p>
        </p:txBody>
      </p:sp>
      <p:pic>
        <p:nvPicPr>
          <p:cNvPr id="13" name="Picture 12" descr="panda_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244" y="4471416"/>
            <a:ext cx="2114567" cy="17465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DH 参数建模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Denavit-Hartenberg 参数：相邻连杆变换的标准描述，每关节四个参数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符号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连杆长度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a_i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沿 X_i 轴从 Z_i 到 Z_{i+1} 的距离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连杆扭转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α_i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绕 X_i 轴从 Z_i 到 Z_{i+1} 的角度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关节距离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d_i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沿 Z_i 轴从 X_{i-1} 到 X_i 的距离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关节转角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θ_i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绕 Z_i 轴从 X_{i-1} 到 X_i 的角度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5844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相邻连杆变换：T_i = Rot(z,θ_i) · Trans(z,d_i) · Trans(x,a_i) · Rot(x,α_i)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六自由度 DH 参数与正运动学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DH 参数表（[a, alpha, d, theta_offset]）：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J1: [0,        0,     0.333, 0]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J2: [0,        -π/2,  0,     0]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J3: [0,        π/2,   0.316, 0]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J4: [0.0825,   π/2,   0,     0]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J5: [-0.0825,  -π/2,  0.384, 0]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J6: [0,        π/2,   0,     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72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正运动学实现：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93591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T = T_0_1 @ T_1_2 @ ... @ T_5_6    # 逐关节变换连乘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513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dh_transform 按标准 DH 构造 4×4 矩阵，forward_kinematics 依次连乘输出末端位姿</a:t>
            </a:r>
          </a:p>
        </p:txBody>
      </p:sp>
      <p:pic>
        <p:nvPicPr>
          <p:cNvPr id="11" name="Picture 10" descr="openrave_p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12" y="4864608"/>
            <a:ext cx="2145830" cy="1353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正运动学与逆运动学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正运动学（FK）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：已知关节角度 → 末端位姿，唯一确定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逆运动学（IK）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：已知目标位姿 → 关节角度，三类难点：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多解性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：同一末端位姿可能对应多组关节角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存在性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：目标位姿可能超出工作空间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奇异性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：某些位姿下雅可比矩阵降秩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解析法：满足 Pieper 准则（三相邻关节轴交于一点）可推导闭式解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数值法：基于雅可比伪逆的迭代优化，通用性强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数值 IK：雅可比伪逆法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迭代流程：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正运动学计算当前位姿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求位置误差 + 姿态误差（旋转向量）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数值差分计算雅可比 J（eps=1e-6）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伪逆求解关节增量：delta = pinv(J) @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限位裁剪（±2π）后更新角度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收敛判据：误差范数 &lt; 1e-4，max_iter=100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特点：无需解析推导，但迭代效率依赖初始猜测质量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53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ROS2 运动学求解器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求解器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KDL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Orocos KDL 运动学库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通用求解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TRAC-IK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改进的 IK 求解器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高鲁棒性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IKFast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解析法求解器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实时性要求高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BioIK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生物启发式 IK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多约束优化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kinematics.yaml 配置示例：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1840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kinematics_solver: kdl_kinematics_plugin/KDLKinematicsPlugin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kinematics_solver_search_resolution: 0.005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kinematics_solver_timeout: 0.005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kinematics_solver_attempts: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531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工作空间分析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定义：末端执行器可达的所有空间位置的集合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可达工作空间：末端可到达的所有位置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灵巧工作空间：末端可以任意姿态到达的位置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影响因素：关节运动范围、连杆尺寸、机械结构、自碰撞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蒙特卡洛法：在关节限位内随机采样 → 正运动学映射到笛卡尔空间 → 3D 散点图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采样量建议：num_samples=10000 量级，散点密度反映可达性分布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JointState 关节状态话题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消息结构：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sensor_msgs/JointState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name: string[]       # 关节名称列表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position: float64[]  # 关节位置（弧度）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velocity: float64[]  # 关节速度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effort: float64[]    # 关节力矩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订阅示例：create_subscription(JointState, '/joint_states', ...)，按 name 索引读取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850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机械臂状态监控、正运动学输入均以 /joint_states 为基础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056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TF2 坐标变换与 robot_state_publisher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TF2 维护从 base_link 到各连杆再到工具端的变换树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查询末端位姿：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tf_buffer.lookup_transform('base_link', 'tool0',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Time(), Duration(seconds=1.0))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robot_state_publisher：监听 /joint_states，按 URDF 自动计算并发布各连杆 TF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02152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robot_state_publisher robot_state_publisher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--ros-args -p robot_description:="$(cat my_arm.urdf)"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ROS2 Control 机械臂接口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控制器类型：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JointStateController：发布关节状态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JointTrajectoryController：执行关节轨迹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PositionController：位置控制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ros2_controllers.yaml 示例：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91840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controller_manager: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update_rate: 100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joint_state_broadcaster: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type: joint_state_broadcaster/JointStateBroadcaster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arm_controller: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type: joint_trajectory_controller/JointTrajectoryController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joints: [joint1 ... joint6]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566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JointTrajectoryController 是机械臂轨迹执行的标准入口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772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机械臂按结构分：关节型、直角坐标、SCARA、并联、协作型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位姿用齐次变换矩阵统一表达，四元数避免万向节锁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DH 四参数（a、α、d、θ）标准化描述相邻连杆变换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正运动学唯一，逆运动学存在多解、奇异、不可达三大难点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数值 IK 基于雅可比伪逆迭代，求解器可用 KDL / TRAC-IK / IKFast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ROS2 侧通过 /joint_states、TF2 与 ros2_control 完成状态获取与控制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课后练习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建立六自由度机械臂的标准 DH 参数表，实现正运动学计算函数（关节角度 → 末端位姿）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用 Python 实现基于雅可比伪逆的数值 IK 求解器，验证非奇异位姿下的收敛性能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用蒙特卡洛法计算机械臂工作空间，绘制三维散点图并分析形状特征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编写 ROS2 节点订阅 /joint_states，实时计算机械臂末端执行器位置并输出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解释 TF2 变换树的构建过程，以及 robot_state_publisher 如何从关节角度得到坐标变换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第24章 PPT：机械臂基础知识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第 25 章：ROS2 机械臂建模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内容：URDF、Xacro、SRDF、RViz 可视化与 3D 模型导入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