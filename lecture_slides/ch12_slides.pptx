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旁白：本章聚焦 Hector SLAM——一种不依赖里程计的二维激光建图方法。我们从扫描-地图匹配的核心思想出发，学习 Gauss-Newton 优化与双线性插值的数学基础，再通过多分辨率栅格和 ROS2 节点实践，掌握它在手持建图等场景中的应用。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旁白：本章目标围绕"原理—推导—实现—评估"四条主线展开。学完后，大家应能独立解释 Hector SLAM 为什么不需要里程计，手算简化的 Gauss-Newton 增量，阅读并修改其扫描匹配代码，并针对具体场景判断它是否适用。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旁白：与传统滤波类 SLAM 不同，Hector SLAM 把定位问题转化为一个非线性优化问题：当前帧激光与已建地图越"对齐"，目标函数值越小。正因为它只对齐扫描与地图，不需要轮式里程计的先验，所以特别适合手持建图和无人机等平台。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旁白：架构上每一帧激光都要走完"匹配—更新—发布"三步。匹配模块输出优化后的位姿；地图模块用这个位姿把新扫描融合进栅格地图；最后按固定频率发布 /map 与 /slam_out_pose，并广播 map 到 odom 的 TF 变换，供 RViz 和导航使用。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旁白：从对比表看，Hector SLAM 的定位非常明确：在建图质量上它不如带图优化后端的 Cartographer，但"免里程计"这一点让它在手持设备和无人机上不可替代。使用时要牢记两个前提：激光帧率足够高、运动速度不能过快，否则漂移会迅速累积。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目标函数的设计非常直白：某个激光点若落在被占据的栅格上，误差接近零；若落在空闲区，误差接近一。把所有点的误差平方求和再最小化，就得到最优位姿。这个"以地图为参照的对齐度量"是本章一切推导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旁白：Gauss-Newton 的精髓是用一阶雅可比近似二阶 Hessian，避免计算二阶导数。每一次迭代中，地图梯度提供"往哪边拉"，雅可比提供"位姿各分量各占多少责任"。实践中还会给 H 加微小正则项，防止矩阵奇异导致求解失败。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旁白：为什么非要插值不可？因为优化需要在非整数坐标处求地图值和梯度，而栅格地图天然是离散的。双线性插值用四个格点的加权平均填补空隙，权重随坐标连续变化，于是地图函数变得可微。这是 Hector SLAM 能直接套用梯度优化的关键一步。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旁白：这段实现把前面两页的数学一一对应起来：np.gradient 预先算好整幅地图的梯度，循环体内做双线性插值、填残差和雅可比，最后解一个 3×3 的正规方程。注意代码里对 H 加了 1e-6 的正则项，并设有最大迭代次数与收敛阈值双重退出条件。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旁白：单一分辨率的地图很难同时满足"收敛域大"和"精度高"两个矛盾需求。多分辨率金字塔把两者拆开：粗层负责大范围"抓住"正确解，细层负责精修。这一粗配准加精配准的套路与 Cartographer 的相关性粗匹配异曲同工，是工业级 SLAM 的通用设计。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旁白：地图更新本质是概率融合。每次扫描沿光束方向"扫"出一条自由空间，途经格子累计变空的证据，终点格子累计变占的证据，全部用对数几率相加并限幅。发布时按阈值二值化成导航用的 OccupancyGrid，未知区域单独标记，供路径规划保守处理。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旁白：节点回调是全流程的调度中心：首帧扫描只更新地图，之后每帧先做扫描-地图匹配，再更新地图、发布位姿、广播 TF。图中所示的正是一帧二维 LaserScan 在 RViz 里的样子，它是调试匹配算法时最直观的输入参照。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旁白：frame 三个参数决定 TF 树的挂接方式，pub_map_odom_transform 决定由建图节点还是外部定位节点广播 map 到 odom。调参纪律与前面章节一致：先录 ros2 bag，再离线重放试参，每次只改一个变量，观察地图边界与漂移的变化。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旁白：实践环节先确认仿真发布 /scan 与 TF，再启动建图并用键盘遥控低速走"8"字，最后用 map_saver_cli 保存地图。若看到墙线变粗或错位，对照表逐项排查；Hector 没有全局重定位，一旦丢失只能重启或交给 AMCL 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旁白：一句话概括本章：Hector SLAM 用"对齐当前扫描与已有地图"的方式增量建图，靠插值与多分辨率让优化又快又稳。请把它的适用边界记牢——高帧率激光、低速运动、结构化环境，下一章的 gmapping 将带来以粒子滤波为核心的不同思路。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旁白：六道题覆盖了从数学推导到工程设计的完整链条。建议优先完成第 2 题和第 4 题，它们直接检验对本章两大核心创新的理解；第 5 题和第 6 题请在仿真环境中动手验证，把参数变化与建图质量的关系写成简短实验报告。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旁白：Hector SLAM 用确定性优化解决定位，下一章的 gmapping 则走概率路线：用一组粒子同时维护轨迹假设与地图，以粒子权重表达不确定性。两章对照着学，能让大家理解"优化派"与"滤波派"两条技术路线各自的取舍与适用场景。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Hector SLAM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章节：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第12章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课时（90 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教学方式：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讲授 +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理解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Hector-SLAM 的基本原理与算法架构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掌握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基于优化的激光 SLAM 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理解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双栅格地图与多分辨率匹配策略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熟悉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Gauss-Newton 地图匹配的数学推导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能够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分析 Hector-SLAM 的优缺点和适用场景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Hector-SLAM 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扫描-地图匹配（Scan-to-Map）；无需里程计；Gauss-Newton 迭代优化位姿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德国达姆施塔特理工大学（TU Darmstadt），IROS 2011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核心思想：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最小化当前激光扫描与已有栅格地图之间的差异，迭代优化出机器人位姿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主要特点：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不依赖里程计：可用于手持设备或无轮式编码器的平台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多分辨率栅格地图：加速匹配、扩大收敛域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双线性插值：把离散栅格变成连续可微的地图函数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10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Hector-SLAM 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三个模块串联：扫描-地图匹配 → 地图更新 → 地图发布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41010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激光扫描数据输入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↓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┌─────────────────────────┐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扫描-地图匹配     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(Gauss-Newton优化)  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输入: 当前扫描+已有地图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输出: 优化后位姿    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└─────────┬───────────────┘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↓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┌─────────────────────────┐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地图更新          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(双栅格分辨率)      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输入: 优化后位姿+扫描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输出: 更新后栅格地图 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└─────────┬───────────────┘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↓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┌─────────────────────────┐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地图发布          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/map (OccupancyGrid) 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/slam_out_pose (Pose)  │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384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优缺点与同类方法对比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优点是无里程计、计算高效；缺点是依赖高帧率激光、缺乏回环与重定位能力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无需里程计，适用性广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低速率激光会导致漂移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计算效率高，可实时运行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移动过快导致建图漂移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结构化环境中精度高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回环检测能力弱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实现相对简单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对初值敏感，重定位能力差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584448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对比维度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Hector-SLAM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gmapping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Cartographer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里程计依赖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不需要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回环检测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建图质量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依赖激光频率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依赖里程计精度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高（图优化）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计算效率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手持/无里程计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有里程计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复杂大场景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577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扫描-地图匹配：目标函数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位姿优化 = 最小化"激光点未命中占据栅格"的误差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T* = argmin Σ [1 - M(S_i(T))]²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$T = (x, y, \theta)$：待优化的机器人位姿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$S_i(T)$：第 i 个激光点在变换 T 下的地图坐标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083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$M(S_i(T))$：该坐标处的占据概率（0=空闲，1=占据）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直观理解：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849624"/>
          <a:ext cx="1109441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激光点落点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 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占据区域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 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 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匹配良好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空闲区域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 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 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匹配不良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9103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优化目标：让所有激光点都命中地图的占据区域。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30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Gauss-Newton 优化求解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目标函数非线性，用 Gauss-Newton 法迭代求增量 ΔT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ΔT = H⁻¹ · ∇M · Σ (∂S_i/∂T)ᵀ · [1 - M(S_i(T))]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∇M：地图 M 在 $S_i$ 处的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梯度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（由双线性插值获得）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∂S_i/∂T：激光点对位姿参数的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雅可比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，含旋转 θ 的导数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083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H：Hessian 近似，$H = \Sigma J_i^T · J_i$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求解流程：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96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用当前位姿变换激光点，插值出 M 值与梯度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组装残差、雅可比，构建正规方程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08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解出 ΔT，更新位姿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114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‖ΔT‖ 小于阈值即收敛，否则回到第 1 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双线性地图插值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双线性插值把离散栅格地图变成连续可微函数，使 Gauss-Newton 可用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M00 ─── dx ─── M10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dy    M(P)     dy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M01 ─── dx ─── M11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M(P) = M00·(1-dx)·(1-dy) + M10·dx·(1-dy)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+ M01·(1-dx)·dy      + M11·dx·dy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栅格地图本身是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离散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的：只在整数格点上有值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双线性插值用周围 4 个格点加权，得到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任意连续坐标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处的 M(P)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权重是坐标的线性函数 → M(P) 可导 → 能求梯度、能做优化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97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扫描匹配器的代码实现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核心是"变换点坐标 → 插值取值与梯度 → 组装雅可比 → 解正规方程"的循环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428548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HectorScanMatcher: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match(self, scan_points, map_data,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map_resolution, initial_pose):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pose = initial_pose.copy()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grad_x = np.gradient(map_data, axis=1) / map_resolution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grad_y = np.gradient(map_data, axis=0) / map_resolution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for iteration in range(self.max_iterations):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# 变换到地图坐标系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world_coords = scan_points @ R.T + pose[:2]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for i, q in enumerate(scan_points):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# 双线性插值：同时得到地图值与梯度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M, dM_dx, dM_dy = self.bilinear_interpolate_with_gradient(...)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residuals[i] = 1.0 - M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# 组装雅可比 J[i, :]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H = J.T @ J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b = J.T @ residuals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delta = np.linalg.solve(H + np.eye(3) * 1e-6, -b)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pose[:2] += delta[:2]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pose[2]  += delta[2]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if np.linalg.norm(delta) &lt; self.convergence_delta: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break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154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双栅格地图与多分辨率匹配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由粗到精：先在粗分辨率上把初值拉进正确"盆地"，再在细分辨率上精化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粗分辨率地图 (0.2m/像素):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快速粗匹配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获取初始位姿估计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收敛域大，精度低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└──────────┬──────────┘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↓ (结果作为初值)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高分辨率地图 (0.05m)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精确匹配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收敛域小，精度高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└──────────┬──────────┘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最终精确位姿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07492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分辨率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粗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0.20 m/像素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粗匹配，提供初值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收敛域大，精度低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0.10 m/像素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过渡匹配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折中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细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 m/像素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精确匹配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收敛域小，精度高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地图更新策略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 Bresenham 光束沿线更新 log-odds：途经栅格变空闲，终点栅格变占据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更新规则（对数几率）：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光束途经栅格：log_odds -= 0.3（空闲证据）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光束终点栅格：log_odds += 1.0（占据证据）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全图裁剪到 [-5.0, 5.0]，避免过度自信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Bresenham 直线算法：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从机器人栅格到激光点栅格逐格遍历，确定"穿越了哪些格子"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 OccupancyGrid：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p &lt; 0.2 → 0（空闲）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p &gt; 0.8 → 100（占据）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595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其余 → -1（未知）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01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ROS2 节点设计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订阅 /scan，发布 /map 与 /slam_out_pose，并广播 map→odom TF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HectorSLAMNode(Node):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super().__init__('hector_slam')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参数: map_resolution, map_size, max_iterations, ...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self.map_pub = self.create_publisher(OccupancyGrid, '/map', 10)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self.pose_pub = self.create_publisher(PoseStamped, '/slam_out_pose', 10)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self.scan_sub = self.create_subscription(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LaserScan, '/scan', self.scan_callback, 10)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self.tf_broadcaster = tf2_ros.TransformBroadcaster(self)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scan_callback(self, msg):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LaserScan → 点云 → 首帧仅建图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之后: 扫描匹配 → 更新地图 → 发布位姿 → 广播TF</a:t>
            </a:r>
          </a:p>
        </p:txBody>
      </p:sp>
      <p:pic>
        <p:nvPicPr>
          <p:cNvPr id="8" name="Picture 7" descr="demo_laserscan_r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045" y="4873752"/>
            <a:ext cx="2960965" cy="1344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12-1：RViz 中的 LaserScan 话题可视化（来源：Nav2 官方文档）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启动配置与参数调优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launch 中声明 frame 约定与话题；参数按环境规模与激光帧率调整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Node(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package='hector_slam',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executable='hector_mapping',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parameters=[{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'map_resolution': 0.05,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'map_size': 20.0,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'base_frame': 'base_footprint',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'odom_frame': 'odom',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'map_frame': 'map',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'scan_topic': '/scan',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'pub_map_odom_transform': True,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}]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8737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调优建议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map_resolution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地图分辨率(m)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大场景增大到0.1，精细场景减小到0.025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map_size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地图尺寸(m)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根据环境大小调整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max_iterations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优化最大迭代次数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激光频率高可减少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update_factor_free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空闲栅格更新因子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减小提高平滑度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update_factor_occupied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占据栅格更新因子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增大可加快收敛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867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仿真实践与常见问题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Gazebo 中验证 /scan 与 /tf 接口，按"漂移—失真—重定位"三类问题排查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drive:=false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hector_slam hector_slam.launch.py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teleop_twist_keyboard teleop_twist_keyboard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nav2_map_server map_saver_cli -f hector_map</a:t>
            </a:r>
          </a:p>
        </p:txBody>
      </p:sp>
      <p:pic>
        <p:nvPicPr>
          <p:cNvPr id="8" name="Picture 7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806" y="3063240"/>
            <a:ext cx="5255442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12-2：占据栅格地图（来源：Nav2 官方文档）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665683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建图漂移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移动过快/激光帧率不足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降低速度、提高激光频率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地图失真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初始位姿误差过大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保证初值准确，增加粗分辨率层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重定位失败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缺乏全局定位能力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配合 AMCL，或手动注入 /initialpose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8028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Hector-SLAM 采用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扫描-地图匹配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，无需里程计，适合手持与无编码器平台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目标函数 $\Sigma [1 - M(S_i(T))]^2$ 用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Gauss-Newton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迭代求解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双线性插值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使离散栅格地图连续可微，是梯度优化的前提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多分辨率地图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由粗到精匹配，兼顾收敛域与精度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地图更新基于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log-odds + Bresenham 光束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，发布标准 OccupancyGrid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局限：依赖高帧率激光、无回环检测、重定位能力弱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中经由 hector_mapping 节点提供 /map、/slam_out_pose 与 map→odom 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原理题：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说明 Hector-SLAM 为什么不需要里程计信息？它的扫描-地图匹配策略相比帧-帧匹配有什么优势？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推导题：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推导 Hector-SLAM 中 Gauss-Newton 优化的雅可比矩阵，包括旋转参数 θ 的导数和地图梯度 ∇M 的计算。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编程题：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实现一个简化版 Hector-SLAM 的扫描匹配模块，能够对模拟激光数据进行扫描-地图匹配并输出优化位姿。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分析 Hector-SLAM 中双栅格地图的作用，说明由粗到精匹配策略如何提高匹配的鲁棒性和效率。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配置题：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在 Gazebo 仿真中启动 Hector-SLAM，调整参数（地图分辨率、更新因子等），观察不同参数对建图质量的影响。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某手持建图设备（无里程计）需要在 2000m² 的办公环境中快速建图。设计方案包括激光雷达选型、Hector-SLAM 参数配置、建图路径规划策略和地图质量评估方法。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第12章 PPT：Hector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第13章：gmapping 粒子滤波 SLAM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粒子滤波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如何表示"地图 + 位姿"的联合分布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FastSLAM 思想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：路径后验与地图条件的分解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gmapping 的工程改进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：自适应重采样与散射优化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与 Hector-SLAM 的对比：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里程计依赖 vs 免里程计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