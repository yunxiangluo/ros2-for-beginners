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旁白：本章把检测升级为 6D 位姿，并用标定把相机系位姿变换到机器人基座系，是视觉抓取的基础。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旁白：学习目标从单标签检测到多标签，再到标定落地，层层递进。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旁白：字典决定标签数量与容错位数，系统内所有节点必须使用同一字典。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旁白：marker_size 必须与实物一致，否则平移分量按比例出错。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旁白：新 API 把 DetectorParameters 与字典一起封装进 ArucoDetector，detectMarkers 输出角点、ID 与旋转向量。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旁白：注意光学系 z 朝前，位姿必须挂在 camera_color_optical_frame 下，后续由 tf2 变换到基座系。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旁白：ArUco 与 AprilTag 输出统一为位姿话题，下游不感知标签类型。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旁白：不同物体挂不同尺寸的标签，工程上用字典统一管理尺寸，避免多个节点重复检测。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旁白：本项目相机固定在桌面支架上，属于 eye-to-hand，求解 base_link 到 camera_link 的变换。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旁白：移动机械臂到不同姿态采集多组位姿对，最小二乘求解 AX=XB。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旁白：校验时多测几个标签位置，误差明显增大说明采样姿态多样性不足。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旁白：静态变换只在启动时发布一次，注意 tf 树中不要存在环路或重复发布。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旁白：手动法数值可用来初检自动标定结果，两者相差过大时应重新采样。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旁白：检测是手段，标定是桥梁；有了基座系位姿，MoveIt2 才能规划抓取。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旁白：练习覆盖标签制作、位姿数学、多标签扩展与标定全流程，重点是标定校验环节。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旁白：传统检测解决是什么在哪，下一章引入大模型解决场景语义理解这类开放问题。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32 章：AR标签检测与手眼标定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课时：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2 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主线：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ArUco/AprilTag 检测 → 单目标位姿估计 → easy_handeye 手眼标定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理解 AR 标签原理，掌握 ArUco 字典与标签生成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掌握 ArucoDetector 节点：检测、显示与位姿发布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了解 AprilTag 检测与 solvePnP 位姿估计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掌握 MultiArucoDetector 多标签管理与独立话题发布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区分 eye-in-hand 与 eye-to-hand 标定方式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会用 easy_handeye 完成手眼标定并发布标定结果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AR 标签检测概述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AR 标签是编码的黑白方块，可同时得到身份与位姿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检测流程：自适应阈值 → 轮廓筛选 → 透视校正 → 码字解码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32-1：ArUco 字典 family（不同尺寸与纠错能力）</a:t>
            </a:r>
          </a:p>
        </p:txBody>
      </p:sp>
      <p:pic>
        <p:nvPicPr>
          <p:cNvPr id="9" name="Picture 8" descr="aruco_dictiona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23" y="2450592"/>
            <a:ext cx="4456209" cy="3767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0935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ArUco 字典与标签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常用 DICT_6X6_250：6x6 位、250 个标签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字典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位矩阵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标签数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DICT_4X4_50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4x4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检测快、容错低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DICT_6X6_250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6x6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均衡，本章使用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DICT_6X6_1000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6x6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大规模场景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标签需打印后固定在物体上，边长即 marker_size（本章 0.065 m）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ArucoDetector 节点实现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用新 ArucoDetector API 完成检测与显示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字典：cv2.aruco.getPredefinedDictionary(cv2.aruco.DICT_6X6_250)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订阅 /camera/color/image_raw，检测后叠加角点与 ID 显示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参数 marker_size 0.065，内参 camera_matrix = msg.k.reshape(3,3)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单标签位姿估计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estimatePoseSingleMarkers 输出相机系下的 6D 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输入：角点、marker_size、camera_matrix、dist_coeffs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rvec 转旋转矩阵再转四元数（trace 法），tvec 即平移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 32-2：单标签位姿轴可视化（0.03 m 轴长）</a:t>
            </a:r>
          </a:p>
        </p:txBody>
      </p:sp>
      <p:pic>
        <p:nvPicPr>
          <p:cNvPr id="10" name="Picture 9" descr="aruco_single_mar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535" y="3456432"/>
            <a:ext cx="3681984" cy="2761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09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 /aruco/pose，frame_id 设为 camera_color_optical_frame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022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AprilTag 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AprilTag 用 pip 安装，solvePnP 求位姿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pip install apriltag，检测结果为标签中心与角点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位姿：cv2.solvePnP 求解，tag_size 0.065 与 ArUco 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适用场景：光照变化大、需要更高解码鲁棒性的场合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MultiArucoDetector 多标签检测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一个节点管理多个标签，按 ID 发布独立话题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尺寸字典：{1: 0.065, 2: 0.065, 3: 0.040, 4: 0.040}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 ID 发布 /aruco/{id}/pose，便于不同物体对应不同话题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轮廓级过滤与丢失保持策略，保证位姿连续输出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手眼标定问题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标定求相机系与机器人系之间的固定变换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相机位置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求解变换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eye-in-hand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装在末端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相机到末端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视觉伺服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eye-to-hand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固定在外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相机到基座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固定工位检测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6700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已知量：标签位姿（相机系）与末端位姿（机器人正向运动学）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906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easy_handeye 标定流程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easy_handeye 打包采集与求解，采样越多越准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launch 组成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相机驱动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usb_cam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/dev/video0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标签检测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aruco_ros aruco_node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marker_size 0.065、reference_frame camera_link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标定核心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easy_handeye calibrate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eye_on_hand False、robot_base_frame base_link、robot_effector_frame tool0、tracking_base_frame camera_link、tracking_marker_frame aruco_marker_frame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29809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求解客户端：handeye_calibration_client，采样不少于 17 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94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标定结果与校验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结果存 YAML，可读性校验后再使用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本项目结果（base_link 到 camera_link）：平移 1.004/-0.628/0.553，四元数 0.482/-0.072/0.118/0.866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校验：把标签位姿变换到基座系，与实测位置比对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误差主要来自手眼装配误差与标签打印尺寸偏差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CalibrationPublisher 发布标定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 StaticTransformBroadcaster 常态发布标定变换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读取 YAML：eye_on_hand 与 transformation 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 base_link 到 camera_link 的静态 tf，开机即生效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下游直接 lookupTransform 使用，无需重复标定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ManualHandEyeCalibration 手动标定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手动法直接测量装配尺寸，作为自动标定的对照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原理：AX=XB，A 为机器人运动，B 为相机观测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步骤：固定标签、多姿态采集、记录位姿对、求解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适用：无标定板或快速验证场景，精度低于 easy_handeye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ArUco：DICT_6X6_250、marker_size 0.065、内参来自 msg.k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位姿：estimatePoseSingleMarkers / solvePnP，frame_id 用 camera_color_optical_frame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MultiArucoDetector：{1:0.065, 2:0.065, 3:0.040, 4:0.040}，按 ID 发布 /aruco/{id}/pose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2102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标定：eye-to-hand 求基座系变换，easy_handeye 采样不少于 17 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结果：YAML 保存，CalibrationPublisher 用 StaticTransformBroadcaster 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47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生成一张 DICT_6X6_250 的 ID=3 标签并打印，测量边长后设置 marker_size，验证位姿精度。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修改 ArucoDetector，在显示窗口叠加绘制坐标轴，说明 rvec/tvec 的物理含义。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用 trace 法实现旋转矩阵转四元数，并解释为何不能用欧拉角直接转换。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为 MultiArucoDetector 增加 ID=5（0.055 m）支持，说明需要改动的地方。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完成 easy_handeye 标定，采样 17 组与 30 组，对比结果差异并分析原因。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阅读 handeye_calibration_client 源码，说明采样客户端与标定服务端的交互流程。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第32章 PPT：AR标签检测与手眼标定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下一章（第 33 章）：视觉大模型与ROS2应用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内容：CLIP/SAM/GPT-4V 能力边界、GPT4VSceneUnderstander 节点、SAM 分割与 CLIP 零样本分类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预习：了解 OpenAI API 的 image_url 消息格式与 JSON 模式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