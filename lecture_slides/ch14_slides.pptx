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旁白：本章从"我在哪里"这一导航基本问题出发，讲解自适应蒙特卡洛定位 AMCL。我们先建立粒子滤波定位的完整框架，再深入 KLD 自适应采样与重采样策略，最后落到 Nav2 中的参数配置、质量监控和常见故障处理。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旁白：学习目标共六条，覆盖原理、实现与工程调优三个层面。AMCL 是移动机器人定位的事实标准，也是后续自主导航的地基，请大家带着"粒子怎么动、怎么称重、怎么筛选"这条主线听课。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旁白：定位回答的是导航三大问题中的"我在哪里"。注意三种类别的差别：全局定位要在整张地图上撒粒子，绑架问题则要求系统有能力察觉定位失效并重新定位，这为后面 alpha 机制埋下伏笔。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旁白：MCL 的精髓是"用样本代替概率分布"。粒子越密的位置越可能是真实位姿，权重更新让与激光观测吻合的粒子存活。似然计算依赖距离场地图，即每个栅格到最近障碍物的距离。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旁白：AMCL 相对标准 MCL 的"自适应"二字就体现在这两处。alpha 机制是概率层面的绑架检测：平时快速平均紧跟观测，一旦持续低于慢速平均，说明观测与预测系统性不符，系统按比值自动补充随机粒子。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旁白：运动模型回答"粒子怎么动"，观测模型回答"粒子怎么称重"。波束模型物理含义完整但要逐束光线投射；似然域模型查距离场即可，计算便宜、工程上更常用，这也是 Nav2 的默认选择。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旁白：低方差重采样像"转盘取点"：起点随机，之后按等步长扫描累积权重，权重大的区段自然被多次命中。相比独立按权重抽取，它引入的方差更小，粒子多样性保留更好。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旁白：KLD 把"需要多少粒子"变成信息论问题：分布越集中、覆盖的栅格越少，所需的样本就越少。这正是自适应的含义——发散时多撒、收敛时精简，在精度与算力间自动权衡。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旁白：看这张官方系统任务图，定位位于感知与规划之间：地图服务器提供地图，AMCL 消费激光与里程计，输出 map→odom 变换供上游使用。命令行启动时注意三件事——地图文件、参数文件和仿真时钟开关。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旁白：背不下全部参数没关系，记住四组分类即可按图索骥。更新阈值这组参数最容易调错：机器人转弯快就把 update_min_a 调小，否则滤波跟不上位姿变化，输出会出现明显滞后。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旁白：用 view_frames 工具可以导出当前 TF 树，检查 map、odom、base_link 三层关系是否齐全。牢记 AMCL 的职责边界：它不修正里程计漂移，只在两者之间架一座桥，里程计本身很差时调 AMCL 参数无济于事。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旁白：定位好不好不能靠感觉，协方差对角元和粒子散布是两个客观指标。恢复时先给大协方差让粒子重新散开，再逐步收紧，切忌盲目重启节点——那会丢掉所有已积累的定位信息。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旁白：多传感器不是简单堆话题：IMU 提供的航向约束补足了激光朝向漂移的短板。仓库实例请重点观察粒子云从发散到聚拢的过程，粒子云是否收敛应以本地 RViz 和 /amcl_pose 实际输出判断。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旁白：这三张处方对应三种典型故障，调参前先分清症状。特别强调重定位纪律：先散后收，一次到位的大协方差试探比反复重启节点科学得多，这也是官方文档推荐的做法。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旁白：本章要点按"原理—算法—工程"三层展开。如果只记三件事，那就是：粒子滤波三步循环、KLD 让粒子数随不确定性伸缩、AMCL 的职责边界是 map 到 odom 这一座桥。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旁白：六道题从理论到部署层层递进：原理题检验概念，编程题动手实现核心循环，配置与操作题贴近真机调试，设计题考察多地图场景的综合权衡。建议至少完成前四题再进入下一章。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旁白：下一章我们进入基于图优化的 Cartographer：它把 SLAM 建成"节点 + 约束"的位姿图，用回环检测纠正累积误差。请带着对比的视角预习：滤波式与图优化式方法各自适合什么场景？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17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理解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自适应蒙特卡洛定位（AMCL）的原理与算法流程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掌握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粒子滤波定位的核心技术：运动模型、观测模型、重采样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熟悉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KLD 自适应采样和 alpha_slow/alpha_fast 绑架检测机制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能够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在 ROS2/Nav2 中配置并使用 AMCL 进行机器人定位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掌握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AMCL 参数调优方法与定位质量自动监控手段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了解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多传感器融合定位与失败自动恢复的工程实践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050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定位问题定义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定位 = 已知地图 + 传感器数据 → 估计位姿；分全局定位、位置追踪、绑架问题三类。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定位问题的数学形式：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p(x_t | z_{1:t}, u_{1:t-1}, 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803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其中 x_t 是 t 时刻位姿，z_{1:t} 是所有观测，u_{1:t-1} 是所有控制输入，m 是已知环境地图。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3593591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初始位姿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典型场景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全局定位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完全未知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开机自定位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位置追踪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近似已知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正常巡航跟踪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绑架问题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被意外移动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被人为搬动机器人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9651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蒙特卡洛定位（MCL）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用一组加权粒子表示位姿后验；权重刻画粒子位姿与观测的匹配程度。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MCL 核心思想：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每个粒子是一个位姿假设 (x, y, θ)，权重初始为 1/N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全局初始化：粒子均匀撒在地图自由空间（map_data == 0 的栅格）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预测步：速度运动模型 + 高斯噪声推进每个粒子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更新步：按观测似然乘性更新权重，随后归一化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12464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for particle in self.particles: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theta = particle.pose[2]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particle.pose[0] += (v * np.cos(theta) * dt +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np.random.normal(0, noise[0]))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particle.pose[1] += (v * np.sin(theta) * dt +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np.random.normal(0, noise[1]))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particle.pose[2] += (omega * dt + np.random.normal(0, noise[2]))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772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AMCL 的两大改进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KLD 自适应采样动态调整粒子数；alpha_slow/alpha_fast 双指数平均检测绑架并注入随机粒子。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KLD 自适应采样：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根据粒子分布的熵动态调整粒子数量，收敛时自动减少粒子。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重采样策略改进：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结合权重慢速/快速指数平均：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alpha_slow/alpha_fast 分别是权重慢速/快速平均的衰减率（ROS Wiki amcl 页面的原始定义，Nav2 沿用）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当快速平均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低于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慢速平均 → 观测似然整体骤降（被绑架或重定位失败）→ 按两者比值插入随机粒子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laser_max_beams：把一次扫描均匀降采样为固定束数参与似然计算，180～360 是常用区间。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运动模型与观测模型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运动模型两种（速度/里程计），观测模型两种（波束/似然域），按场景组合选用。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速度运动模型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运动模型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 (v, ω) 推算位姿增量 + 噪声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里程计运动模型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直接用里程计相对运动作控制输入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波束模型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观测模型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四分量：正确测量（高斯）、意外障碍（指数）、失败（均匀）、随机（均匀）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似然域模型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观测模型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激光末端点到地图障碍物距离 → 高斯似然，最常用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3584448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laser_model_type: "likelihood_field"   # 或 "beam"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z_hit: 0.95        # 正确测量分量权重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z_rand: 0.05       # 随机测量分量权重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sigma_hit: 0.2     # 测量噪声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457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低方差重采样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单遍 O(N) 的系统化重采样，权重大的粒子被多次复制，防止粒子退化。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low_variance_resampling(particles, num=None):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weights = np.array([p.weight for p in particles])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weights /= weights.sum() if weights.sum() &gt; 0 else 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new_particles = []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step = 1.0 / num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start = np.random.uniform(0, step)     # 随机起点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cumsum = np.cumsum(weights)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 = 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for _ in range(num):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while cumsum[i] &lt; start:           # 指针只前进不回退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i += 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 = MCLParticle()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p.pose = particles[i].pose.copy()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p.weight = 1.0 / num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new_particles.append(p)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start += step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new_particles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34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有效样本数：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Neff = 1 / Σ(w_i²)，值越小分布越退化；工程上常以 Neff &lt; 0.5N 作为触发重采样的阈值。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1066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KLD 自适应采样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所需粒子数只与粒子分布覆盖的"有效栅格数 k"相关，收敛后 k 急剧缩小，可安全降粒子数。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KLD 采样公式：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22576"/>
            <a:ext cx="11094415" cy="4297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n = (k-1) / (2·ε) · z²_{1-δ}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880360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示例取值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粒子分布覆盖的位姿栅格数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bin 尺寸 (0.2, 0.2, 0.1) m/rad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ε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近似误差阈值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0.05（kld_epsilon）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z_{1-δ}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正态分布 1-δ 分位数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2.57（δ=0.01）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所需粒子数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clamp 到 [min, max]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562856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实验佐证（Fox 等 KLD-Sampling 论文）：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约 1000 ㎡ 办公楼中，KLD 采样把平均粒子数从数千降到数百而保持同等精度。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复现建议：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开阔大厅与狭窄走廊各录一段 bag，观察 /particlecloud 数量动态变化——开阔处粒子应明显变少。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613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Nav2 中的 AMCL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ROS2 中 AMCL 是 Nav2 框架的一部分，由 localization_launch.py 启动，是生命周期受管节点。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123444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启动 AMCL 定位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nav2_bringup localization_launch.py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map:=./maps/my_map.yaml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params_file:=./config/nav2_params.yaml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use_sim_time:=true</a:t>
            </a:r>
          </a:p>
        </p:txBody>
      </p:sp>
      <p:pic>
        <p:nvPicPr>
          <p:cNvPr id="8" name="Picture 7" descr="NavigationSystem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9136" y="3264408"/>
            <a:ext cx="5084782" cy="29535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14-1 Nav2 导航系统任务图（来源：navigation2 官方仓库）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AMCL 参数配置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docs.ros.org 把 nav2_amcl 参数分为通用、粒子滤波、激光模型、运动模型四组。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amcl: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ros__parameters: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max_particles: 2000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min_particles: 500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update_min_a: 0.2       # 最小旋转更新(rad)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update_min_d: 0.1       # 最小平移更新(m)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laser_model_type: "likelihood_field"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laser_max_beams: 180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resample_interval: 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alpha_slow: 0.001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alpha_fast: 0.1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kld_epsilon: 0.05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kld_delta: 0.01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base_frame_id: "base_link"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global_frame_id: "map"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odom_frame_id: "odom"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set_initial_pose: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3436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关键语义：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update_min_d/update_min_a 决定"多久执行一次滤波更新"——过大使快速转弯时更新不及时，过小浪费算力。odom_model_type 可选 diff、omni、diff_c、omni_c。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6918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TF 坐标系与生命周期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AMCL 只发布 map→odom 变换；必须在 map_server 之后激活，顺序错误是新手定位失败的常见原因。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坐标系三要素：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base_link（机器人本体）、odom（里程计连续位姿）、map（全局一致位姿）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AMCL 职责边界：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只估计 map→odom；航迹推算质量由里程计决定，定位异常应先排除里程计漂移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生命周期顺序：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AMCL 依赖 /map 话题，须在 map_server 之后激活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041648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lifecycle set /map_server activate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lifecycle set /amcl activate</a:t>
            </a:r>
          </a:p>
        </p:txBody>
      </p:sp>
      <p:pic>
        <p:nvPicPr>
          <p:cNvPr id="11" name="Picture 10" descr="view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909" y="4800600"/>
            <a:ext cx="3275237" cy="1417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14-2 tf2 view_frames 生成的坐标系树（来源：ROS 2 官方文档）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定位质量监控与自动恢复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监控 /amcl_pose 协方差与 /particlecloud 散布；连续异常时自动重发初始位姿恢复定位。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01952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/amcl_pose --once     # 位姿 + 协方差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/particlecloud --once # 粒子云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rviz2  # 添加 ParticleCloud、PoseWithCovariance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6207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质量评分：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quality = 1/(1 + trace_xy×10 + spread×5)，综合协方差与粒子散布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7530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健康纪律：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x、y 方差持续增大说明粒子发散，应建立自动告警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959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自动恢复：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粒子散布连续超阈值（如 &gt;2 m）时，用最后可靠位姿 + 大协方差重发 /initialpose，逐步收紧</a:t>
            </a:r>
          </a:p>
        </p:txBody>
      </p:sp>
      <p:pic>
        <p:nvPicPr>
          <p:cNvPr id="11" name="Picture 10" descr="costmap_global_r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82" y="4709160"/>
            <a:ext cx="2924490" cy="1508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 14-3 RViz 中的全局代价地图显示（来源：Nav2 官方文档）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多传感器定位与仿真实例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AMCL 可融合双激光与 IMU 航向约束；仓库仿真实例可验证初始位姿对收敛的影响。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多传感器思路（MultiSensorAMCL）：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主激光 /scan + 辅助激光 /scan_back（后方盲区）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IMU 航向观测：yaw_likelihood = exp(-Δθ²/2σ²)（σ≈0.05），为粒子提供航向约束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里程计 /odom 提供运动预测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仿真结合实例（当前仓库）：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297680"/>
            <a:ext cx="11094415" cy="832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navigation_sim_demo_ros2 nav2_demo.launch.py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use_gazebo:=true use_rviz:=true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initial_pose_x:=0.0 initial_pose_y:=0.0 initial_pose_yaw:=0.0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调整 initial_pose_x/y/yaw 后重启，在 RViz 观察初始估计对收敛过程的影响；地图为 Software_Museum.yaml。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710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常见定位问题与解决方案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要点：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全局定位失败、定位漂移、绑架问题各有对应的参数处方；评估用 tf2_monitor + 协方差。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901952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问题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现象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参数处方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全局定位失败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粒子无法锁定真实位姿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增大 initial_pose.covariance_* 至 1.0；max_particles: 5000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定位漂移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位姿估计持续偏移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laser_model_type: "beam"、laser_max_beams: 360、sigma_hit: 0.1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绑架问题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被搬动后无法重定位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alpha_slow: 0.001、alpha_fast: 0.1，自动注入随机粒子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2735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精度评估工具链：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94176"/>
            <a:ext cx="11094415" cy="63093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tf2_ros tf2_monitor   # TF 延迟与频率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echo /amcl_pose     # 位姿与协方差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5312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重定位纪律：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先用 RViz2 "2D Pose Estimate" 或大协方差 /initialpose 试探收敛，再逐步收紧。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AMCL 用加权粒子集表示位姿后验：预测（运动模型）、更新（观测似然）、重采样三步循环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相对标准 MCL 的两大改进：KLD 自适应采样 + alpha_slow/alpha_fast 绑架检测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波束模型四分量物理含义完整；似然域模型查距离场，计算便宜，是 Nav2 默认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KLD 公式 n=(k-1)/(2ε)·z²_{1-δ}：粒子数只随覆盖栅格数 k 变化，收敛即精简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低方差重采样 O(N) 单遍完成，Neff=1/Σw² 是退化程度的度量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AMCL 只发布 map→odom 变换，须在 map_server 之后激活；update_min_d/a 决定滤波更新频率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8289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定位健康监控以协方差与粒子散布为指标，恢复原则是"先散后收，逐步收紧"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03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16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原理题：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阐述 KLD 自适应采样的原理，说明为什么粒子收敛时可以减少粒子数、发散时需要增加粒子数。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编程题：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实现简化版 AMCL：粒子初始化、运动模型预测、似然域权重更新、低方差重采样四个步骤。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分析题：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比较似然域模型与波束模型的优缺点，说明各适合什么场景。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配置题：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在已知地图上配置 AMCL，使对称走廊、开阔大厅、狭窄通道三种场景下定位性能最优。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操作题：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AMCL 定位丢失时，如何通过 ROS2 命令行手动重置初始位姿并恢复定位？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设计题：</a:t>
            </a: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 为跨楼层物流机器人设计定位方案：地图切换机制、AMCL 参数自适应与定位质量评估（提示：always_reset_initial_pose: false 与 first_map_only: false 组合适用于多地图切换）。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第14章 PPT：AMCL 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17 / 17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下一章：第15章 Cartographer 图优化 SLAM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从粒子滤波（滤波式）走向图优化：前端扫描匹配 + 后端位姿图优化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子图（submap）与节点、约束的图结构；回环检测如何消除累积误差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Cartographer 与 slam_toolbox 的定位建图模式对比实践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对照本章：AMCL 的 map→odom 与 Cartographer 轨迹管理有什么异同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