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旁白：本章是感知与操作两条线的汇合点，把第 30-32 章的视觉输出接入第 26-29 章的 MoveIt2 规划执行。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旁白：学习目标覆盖感知、变换、规划、执行四个层面，抓取成功率是综合指标。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旁白：强调这是一个完整的系统集成任务，任何一环的误差都会沿数据流向下游放大。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旁白：回顾第 31 章的检测消息与第 32 章的 ArUco 字典，本章直接复用这两个节点的输出。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旁白：位姿估计的数学核心是 PnP 求解，工程核心是正确的参考系标注，为下一页坐标变换铺垫。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旁白：变换链每一级都依赖外参精度，任何一级时间戳不匹配都会导致查询失败。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旁白：move_group 持有机器人模型、规划场景、规划流水线与控制器管理，应用层只与它对话。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旁白：理解级联机制后，规划报错就能按 error code 分层定位：初始状态、目标可达性、超时。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旁白：场景物体的尺寸与位姿要与实物一致，尤其是桌面高度，它决定抓取平面的可达性。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旁白：五步分解的本质是给每个动作一个可独立验证的阶段，失败时能定位到具体步骤。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旁白：演示中感知与规划分层清晰，位姿经 TF 变换后进入 MoveIt2，与本章数据流一一对应。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旁白：演示里若目标抓偏，先查标定残差再查检测抖动，误差定位要从变换链末端向前端排查。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旁白：调试顺序建议固定下来：先看 tf 诊断，再看位姿曲线，最后看规划日志的 error code。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旁白：本章要点按数据流排列，复习时顺着这条线回忆每级的输入输出与误差来源。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旁白：练习覆盖数据流梳理、参数敏感性、场景管理与进阶流水线，建议在仿真中逐一验证。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旁白：下一章把全书模块拼装成两个完整场景，本章的抓取闭环是其中最核心的执行单元。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第34章 PPT：视觉抓取应用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第34章 PPT：视觉抓取应用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16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 34 章：视觉抓取应用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课时：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2 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主线：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相机采集 → 物体检测 → 位姿估计 → 坐标变换 → 运动规划 → 抓取执行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第34章 PPT：视觉抓取应用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描述视觉抓取闭环的六大环节及各环节的数据流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编写 VisionGraspDetector 节点完成 ArUco 检测与位姿估计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用 tf2 把目标位姿从相机系变换到 base_link 并发布 /target_pose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会用 SceneManager 搭建包含桌面与目标物体的规划场景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理解 move_group 中枢与规划流水线的级联机制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能定位手眼标定误差、位姿跳变等常见抓取故障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视觉抓取任务总览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第34章 PPT：视觉抓取应用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六环节闭环：相机采集 → 物体检测 → 位姿估计 → 坐标变换 → 运动规划 → 抓取执行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检测层复用第 31 章的 YOLO 2D 检测框与第 32 章的 ArUco 6D 位姿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规划执行层复用第 26-29 章的 MoveIt2 规划与 ros2_control 硬件控制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官方进阶路线：MoveIt Task Constructor 把抓取建模为可回溯的阶段化流水线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相机采集与目标检测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第34章 PPT：视觉抓取应用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相机节点发布 /camera/color/image_raw 与 camera_info，检测节点按帧推理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YOLO 检测：输出 /yolo/detections（Detection2DArray），提供类别与 2D 检测框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ArUco 检测：DICT_6X6_250 字典、marker_size=0.065 米，得到标签角点与 6D 位姿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选型：类别识别用 YOLO，毫米级 6D 位姿用 ArUco，两者互补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AR 标签位姿估计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第34章 PPT：视觉抓取应用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VisionGraspDetector 订阅相机图像，估计标签在相机系下的 6D 位姿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estimatePoseSingleMarkers 输出 rvecs/tvecs，Rodrigues 转旋转矩阵再转四元数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位姿原始参考系为 camera_color_optical_frame，尚未在机器人基座系下表达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以 PoseStamped 形式发布，header.frame_id 必须填写正确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坐标变换链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第34章 PPT：视觉抓取应用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抓取规划要求目标位姿统一到基座系，变换链贯穿三个参考系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变换段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参考系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 → 相机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ArUco 估计的 tvecs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camera_color_optical_frame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相机 → 基座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lookup_transform 查询手眼外参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base_link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基座 → 末端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MoveIt2 正逆运动学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end_effector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29809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用 lookup_transform 查询 base_link 到相机光学系的外参，再经 do_transform_pose 变换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941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变换后的位姿发布为 /target_pose，供 MoveIt2 规划直接使用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MoveIt2 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第34章 PPT：视觉抓取应用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move_group 是系统唯一的中枢节点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图 34-1：MoveIt2 系统架构（move_group 中枢与外部接口）</a:t>
            </a:r>
          </a:p>
        </p:txBody>
      </p:sp>
      <p:pic>
        <p:nvPicPr>
          <p:cNvPr id="8" name="Picture 7" descr="move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428" y="2029968"/>
            <a:ext cx="5956198" cy="418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30936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对外暴露 action/service/topic 三类接口；用户侧可用 MoveGroupInterface（C++）、moveit_py（Python）或 RViz MotionPlanning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315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MoveIt2 规划流水线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第34章 PPT：视觉抓取应用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规划请求先经 planning_adapters 修正，再交给规划器求解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图 34-2：MoveIt2 规划流水线（规划适配器与规划器级联）</a:t>
            </a:r>
          </a:p>
        </p:txBody>
      </p:sp>
      <p:pic>
        <p:nvPicPr>
          <p:cNvPr id="8" name="Picture 7" descr="movei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094" y="2322576"/>
            <a:ext cx="3338866" cy="3895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30935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FixStartStateBounds 修正越限初始状态，AddTimeParameterization 为路径赋予速度与加速度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022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OMPL 输出的是关节路径，时间参数化之后才是可执行的含时轨迹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443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规划场景与物体管理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第34章 PPT：视觉抓取应用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SceneManager 把桌面与目标物体注入规划场景，供碰撞检测使用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API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add_table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id='table'，frame_id='base_link'，BOX [1.0,1.2,0.02]，z=-0.01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添加桌面碰撞体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add_target_object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object_id、pose、size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添加目标物体碰撞体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29626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内部基于 PlanningSceneInterface 与 move_group 同步场景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75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场景缺失是规划失败的常见根因：机械臂可能规划出穿过桌面的轨迹被拒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965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抓取执行流程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第34章 PPT：视觉抓取应用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五步流程：预抓取 → 接近 → 闭合 → 撤离 → 放置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预抓取位姿沿抓取轴后撤一段距离，保证接近路径无碰撞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MoveGroupInterface：setPoseTarget → plan → execute，轨迹经 FollowJointTrajectory 下发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夹爪闭合由 ros2_control 控制器执行，与机械臂轨迹按时间对齐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官方进阶：MTC 组合 PickCurrentPose → OpenHand → MoveToPreGrasp → MoveToGrasp → 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运行演示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第34章 PPT：视觉抓取应用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端到端演示：相机目标接口与 xArm 规划分层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运行演示：相机目标接口与 xArm 规划分层（ch21 运行记录）</a:t>
            </a:r>
          </a:p>
        </p:txBody>
      </p:sp>
      <p:pic>
        <p:nvPicPr>
          <p:cNvPr id="8" name="Picture 7" descr="ch21_vision_pick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29968"/>
            <a:ext cx="11094415" cy="38497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97110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观察点：检测框是否稳定、/target_pose 是否平滑、规划轨迹是否避开桌面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9173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手眼标定与抓取精度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第34章 PPT：视觉抓取应用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抓取精度首先取决于手眼外参标定质量（第 32 章 easy_handeye）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eye-in-hand 与 eye-to-hand 两种安装方式对应不同的外参查询方向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标定误差沿变换链逐级传递放大，末端累积可达数毫米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建议：标定后用固定标志位姿复核残差，确认毫米级一致性再上线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常见问题与调试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第34章 PPT：视觉抓取应用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抓取故障按数据流分段定位：感知 → 变换 → 规划 → 执行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现象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可能原因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TF 查询失败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外参未发布或时间戳不匹配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 tf 树与 use_sim_time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/target_pose 跳变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检测抖动、标志遮挡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滑动平均滤波、稳定光照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抓取位置偏移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手眼标定残差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重新标定并复核 marker_size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规划频繁失败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规划场景碰撞体缺失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补齐桌面与目标物体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第34章 PPT：视觉抓取应用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六环节闭环：相机采集 → 物体检测 → 位姿估计 → 坐标变换 → 运动规划 → 抓取执行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ArUco：DICT_6X6_250、marker_size 0.065，estimatePoseSingleMarkers 输出 6D 位姿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坐标链：目标 → camera_color_optical_frame → base_link → end_effector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move_group 中枢持有模型、场景、流水线与控制器管理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SceneManager：add_table 与 add_target_object 注入碰撞体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抓取五步：预抓取 → 接近 → 闭合 → 撤离 → 放置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第34章 PPT：视觉抓取应用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画出本章六环节数据流图，标注每级的话题名与消息类型。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修改 VisionGraspDetector 的 marker_size 参数，观察位姿估计误差如何变化并解释原因。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编写节点订阅 /target_pose 并打印其在 base_link 下的坐标，验证 TF 变换链正确性。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用 SceneManager 依次添加桌面与目标物体，然后故意删去桌面，观察规划失败现象。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沿抓取轴调整预抓取后撤距离，统计不同距离下的抓取成功率。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查阅 MoveIt Task Constructor 文档，把五步抓取流程映射为 MTC 阶段序列。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第34章 PPT：视觉抓取应用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下一章（第 35 章）：综合实训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内容：智能工厂产线与家庭服务两大场景、模块化架构与节点通信设计、感知-认知-规划-执行全链路集成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预习：回顾第 30-33 章感知认知输出与第 26-29 章规划执行接口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