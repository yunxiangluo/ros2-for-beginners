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旁白：本讲介绍 Google 开源的图优化 SLAM 系统 Cartographer。先回顾滤波 SLAM 的不足，再讲解图优化的数学框架，最后结合 LUA 配置与 ROS2 启动流程掌握完整建图工作流。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旁白：学完本章，应能从数学上解释图优化为什么能消除累积误差，能画出 Cartographer 前后端架构图，并独立完成 LUA 配置与 ROS2 建图启动。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旁白：滤波方法像走一步看一步，走错了回不了头；图优化则把整个轨迹都记下来，通过全局优化把历史误差一次性修正。这就是两者最本质的差别。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旁白：误差向量被信息矩阵加权，置信度越高的约束在优化中权重越大。Hessian 矩阵的稀疏性让大规模位姿图优化变得可行，这是图优化能实时运行的关键。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旁白：图优化以稍高的计算成本换来全局一致的轨迹与地图。EKF 方法实时性好但精度受限，适合小规模低噪声场景；大规模场景特别是存在回环时必须选择图优化。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旁白：Cartographer 把建图拆成两个层次：前端实时为每帧激光找到与当前子图最匹配的位姿，后端则利用回环修正所有历史位姿。子图就是两个层次之间的接口。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旁白：子图是有界的局部地图，节点记录位姿历史，约束把两者连成一张图。帧间约束保证局部平滑，子图间约束负责把漂移拉回来，共同构成优化问题的输入。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旁白：扫描匹配的目标是让激光点在子图上的占据概率尽量接近 1。运动滤波只保留位姿变化足够大的帧，既控制子图规模，也避免重复计算。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旁白：回环检测是消除累积误差的关键。当前节点与历史子图匹配得分足够高，就说明机器人回到了曾经到过的地方，这条约束会把整段轨迹拉回正确位置。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旁白：全局优化把里程计、激光匹配和回环三类约束一起解算。优化完成后整张地图变得一致：走廊对齐、转角闭合，导航才能依赖这张地图。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旁白：官方建议先保证前端稳定再调后端。前端先调体素滤波和激光范围，确认是否需要在线相关匹配；后端再看优化耗时与回环阈值。漂移先查前端是社区第一原则。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旁白：Cartographer 自己维护 map 到 odom 的变换，odom 到 base_link 由后端提供或由里程计发布。launch 文件里只需指定配置目录与文件名，再通过重映射把话题接上。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旁白：min_score 是回环检测的闸门：太低会引入误匹配，太高会漏掉真实回环。3D 建图依赖 IMU 提供重力方向先验，多楼层可通过多条轨迹在同一个 pbstream 中合并。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旁白：保存的地图是 pbstream 二进制格式，必须先转换成 pgm 和 yaml 才能给 Nav2 使用。录好 bag 后用 cartographer_assets_writer 离线重跑参数，是调参的标准做法。工程选型上：2D 室内优先 slam_toolbox，需要 3D 或多传感器紧耦合时选 Cartographer。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旁白：本章的关键词是子图、节点、约束和分支定界。记住调优顺序先前端后后端，遇到漂移先查前端，这套方法论同样适用于其他图优化建图工具。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旁白：练习题覆盖原理推导、代码实现、配置编写与方案设计四个层次。第 6 题建议参考官方背包示例：IMU 不可省略，多楼层用多条轨迹合并，楼层间不强行加回环约束。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旁白：地图建好了，下一步就是让机器人在上面走起来。下一章讲解 Nav2 架构，学习代价地图、规划器与控制器如何协同完成自主导航。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Cartographer 图优化 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从滤波 SLAM 到图优化 SLAM：掌握前端匹配与后端回环优化的完整建图体系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理解图优化 SLAM 的基本原理与数学框架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Cartographer 前后端分离的总体架构与设计思想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熟悉局部 SLAM（前端匹配）的算法流程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理解全局 SLAM（后端优化）与回环检测机制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能在 ROS2 中配置并使用 Cartographer 进行多传感器融合建图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Cartographer 参数调优与常见问题排查方法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从滤波到图优化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滤波 SLAM 的两大根本缺陷；图优化的核心思想；节点与边的含义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传统滤波 SLAM（EKF-SLAM、FastSLAM）的两大问题：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累积误差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：只维护当前状态估计，过去的误差无法修正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线性化误差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：系统线性化只发生在当前估计点，长期误差大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图优化 SLAM（Graph-based SLAM）记录所有位姿与约束，构建全局优化问题消除累积误差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节点（Vertex）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为机器人位姿与路标点；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边（Edge）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为位姿间的约束（里程计、观测、回环）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优化目标：最小化所有约束误差的平方和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图优化的数学形式与稀疏性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优化目标函数；位姿图误差；Hessian 稀疏性带来的复杂度下降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优化目标：X* = argmin Σ e_ij(X)ᵀ · Ω_ij · e_ij(X)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X 为全部待优化变量（位姿与路标），e_ij 为约束 ij 的误差向量，Ω_ij 为信息矩阵（协方差逆）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位姿图误差：e_ij(x_i, x_j) = t_ij ⊖ (x_i ⊖ x_j)，⊖ 为位姿复合运算的逆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每个约束只关联少量节点，Hessian 矩阵大部分为 0，可用稀疏求解器高效求解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计算复杂度从 O(n³) 降到接近 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图优化 vs 滤波方法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从状态维护、历史修正、回环检测等维度对比两类方法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图优化 (GraphSLAM)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滤波 (EKF-SLAM)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状态维护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全部位姿 + 地图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当前位姿 + 地图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历史修正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可修正全部历史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不可修正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回环检测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自然支持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需要额外处理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批量优化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在线实时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高（全局优化）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中（线性化误差）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大规模、有回环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小规模、低噪声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Cartographer 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前后端分离；传感器数据流；2D/3D 建图支持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 是 Google 开源、基于图优化的 SLAM 系统，支持 2D 与 3D 建图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前端 Local SLAM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：体素滤波、扫描匹配、子图插入，构建局部一致的子图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后端 Global SLAM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：回环检测（分支定界加速）、Ceres 图优化，修正全局位姿与地图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传感器输入：激光（LaserScan）、IMU、里程计（Odometry）；子图（Submaps）作为前后端的交接</a:t>
            </a:r>
          </a:p>
        </p:txBody>
      </p:sp>
      <p:pic>
        <p:nvPicPr>
          <p:cNvPr id="11" name="Picture 10" descr="high_level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095" y="4462272"/>
            <a:ext cx="2340864" cy="1755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核心概念：Submap、Node、Constraint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三个核心概念的定义与相互关系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Submap（子图）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：连续多帧激光构成的局部栅格地图，内部通过前端匹配保持局部一致性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Node（节点）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：向子图插入关键帧时创建的位姿，包含位姿估计、时间戳与相关传感器数据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Constraint（约束）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帧间约束：同一子图内相邻帧的匹配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子图间约束：不同子图之间的匹配（回环）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每个约束包含相对变换与信息矩阵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Local SLAM 前端流程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前端五步流水线；Ceres 扫描匹配的目标函数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前端流程：体素滤波 → 位姿外推 → 扫描匹配 → 运动滤波 → 子图插入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体素滤波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：降低点云密度、去除离群点，采用自适应体素大小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位姿外推器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：基于匀速模型预测初始位姿，融合 IMU 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扫描匹配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：Ceres 优化 argmin Σ (1 - M(T·p_i))²，M 为子图的连续双线性插值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运动滤波器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：按时间 / 位移 / 角度阈值筛选关键帧，避免冗余插入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全局 SLAM 与回环检测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回环检测流程；分支定界加速；约束添加与全局优化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子图完成后进入后端优化队列；对每个新节点在所有已完成子图中搜索匹配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分支定界法（Branch and Bound）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加速搜索：粗分辨率搜索最优候选，再细分辨率精搜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匹配得分超过阈值（min_score）时添加回环约束到图，随后执行全局图优化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回环约束让轨迹首尾相连，修正长距离建图的累积漂移</a:t>
            </a:r>
          </a:p>
        </p:txBody>
      </p:sp>
      <p:pic>
        <p:nvPicPr>
          <p:cNvPr id="11" name="Picture 10" descr="nodes_graph_demo_2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50" y="3584448"/>
            <a:ext cx="9330155" cy="2633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Ceres 优化与全局优化效果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Ceres Solver 的角色；优化前漂移与优化后回环闭合的对比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 使用 Google 的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Ceres Solver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做非线性最小二乘优化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残差构造：residual = 1 - occupancy，占据概率由地图双线性插值获得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优化前：误差积累导致轨迹漂移、地图错位；优化后：回环闭合，所有约束均衡分布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optimize_every_n_nodes 控制优化触发频率，Huber 核抑制离群约束的影响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LUA 配置结构与前端参数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include 模块化；options 关键项；前端调优顺序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配置采用 LUA 脚本，include "map_builder.lua" / "trajectory_builder.lua" 模块化继承，自定义只需覆盖差异项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options 定义 map_frame、tracking_frame、use_odometry、num_laser_scans 等全局项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调优哲学：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先前端后后端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；子图内部漂移（RViz 中子图弯曲错位）后端无法挽救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41648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调优建议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voxel_filter_size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体素滤波大小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0.05（室内）~0.2（室外）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ceres_scan_matcher.translation_weight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平移匹配权重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增大提高平移精度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ceres_scan_matcher.rotation_weight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旋转匹配权重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增大提高旋转精度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min_range / max_range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激光有效范围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按传感器型号设置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use_online_correlative_scan_matching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在线相关匹配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里程计可靠时关闭更稳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350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坐标系配置与 ROS2 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坐标系四件套；provide_odom_frame；launch 集成与话题重映射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坐标系配置：map_frame = "map"、tracking_frame = "base_link"、published_frame = "odom"、odom_frame = "odom"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provide_odom_frame = true 时 Cartographer 发布 odom → base_link，只维护 map → odom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启动：cartographer_node 参数指定 configuration_directory / configuration_basename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话题重映射（remapping）：/scan、/odom 映射到机器人实际话题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cartographer_occupancy_grid_node 以 publish_period_sec、resolution 输出 OccupancyGrid</a:t>
            </a:r>
          </a:p>
        </p:txBody>
      </p:sp>
      <p:pic>
        <p:nvPicPr>
          <p:cNvPr id="12" name="Picture 11" descr="frames_demo_2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605" y="5760720"/>
            <a:ext cx="2633845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949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后端参数调优与多传感器融合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POSE_GRAPH 关键参数；多传感器融合开关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后端调优关注 POSE_GRAPH：optimize_every_n_nodes、constraint_builder、fast_correlative_scan_matcher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多传感器融合：use_imu_data、use_odometry、num_laser_scans = 2 时通过 remapping 映射多雷达话题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328416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调优建议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optimize_every_n_nodes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优化间隔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小值更频繁但计算量大；0 关闭优化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min_score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回环检测最低得分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0.5~0.7，太高会漏检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linear_search_window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回环线性搜索窗口 (m)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大范围回环需增大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angular_search_window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回环角度搜索窗口 (rad)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旋转不确定时增大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branch_and_bound_depth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分支定界深度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7~12，深度大搜索快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sampling_ratio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约束采样比例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降低可减小 CPU 负载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76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建图工作流、纯定位与常见问题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完整建图五步；纯定位模式；大规模优化与问题排查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完整工作流：启动仿真 → 启动 Cartographer 建图 → RViz2 可视化 → teleop 控制探索 → /write_state 保存 pbstream → cartographer_pbstream_to_ros_map 转 pgm/yaml → Nav2 加载地图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纯定位模式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：-load_state_filename 加载 pbstream，optimize_every_n_nodes = 0 关闭后端优化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大规模环境（&gt;10000m²）：增大体素滤波、降低关键帧频率与优化频率、扩大回环搜索范围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常见问题：漂移（激光频率建议 &gt;5Hz、检查 IMU 标定、降低移动速度）；回环未闭合（min_score 降为 0.4、扩大搜索窗口）；CPU 过高（增大体素、降低 sampling_ratio）</a:t>
            </a:r>
          </a:p>
        </p:txBody>
      </p:sp>
      <p:pic>
        <p:nvPicPr>
          <p:cNvPr id="11" name="Picture 10" descr="point_cloud_viewer_demo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254" y="5340096"/>
            <a:ext cx="2060547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52881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图优化把 SLAM 建模为节点 - 边图，最小化所有约束误差平方和，解决滤波方法的累积误差与线性化误差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目标函数 X* = argmin Σ eᵀΩe；位姿图误差 e = t ⊖ (x_i ⊖ x_j)；稀疏 Hessian 使复杂度接近 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 前后端分离：Local SLAM 构建子图，Global SLAM 完成回环检测与 Ceres 全局优化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前端流程五步：体素滤波 → 位姿外推 → 扫描匹配 → 运动滤波 → 子图插入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回环检测用分支定界法加速，min_score 控制回环约束的质量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LUA 配置模块化 include，调优顺序先前端后后端，"漂移先查前端"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建图结果经 /write_state 保存 pbstream，再用 cartographer_pbstream_to_ros_map 转为 pgm/yaml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阐述图优化 SLAM 的基本原理，说明为何能消除累积误差，并推导 Gauss-Newton 优化的核心公式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编程实现简化位姿图优化系统：支持添加节点、里程计约束与回环约束，用 Gauss-Newton 法全局优化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分析 Cartographer 前后端分离设计的优势，说明 Local SLAM 与 Global SLAM 的协作机制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编写 LUA 配置文件，使 10000m² 仓库环境实现高质量建图（覆盖前端匹配、后端优化与回环检测参数）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描述完整建图工作流：从启动仿真、开始建图、控制探索到保存地图并转换为 PGM/YAML 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设计 3D 建图方案：3D 激光雷达 + IMU + 轮式里程计，包括传感器配置、参数调优、多楼层合并与地图配准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第15章 PPT：Cartographer 图优化 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下章：第16章 Nav2 架构与核心组件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本章完成了 SLAM 建图：Cartographer 输出全局一致的地图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下一章进入自主导航：Nav2 框架的架构设计与核心组件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预告内容：navigation2 栈组成、全局与局部代价地图、规划器与控制器接口、AMCL 与 Nav2 集成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建图与定位是导航的基础，地图就绪后即可开始导航系统搭建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