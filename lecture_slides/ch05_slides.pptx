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旁白：这是第 5 章动作通信的标题页。前两章的观测靠话题、查询靠服务，而导航到点、抓取物品这类长任务需要进度反馈与中途取消，这正是动作的用武之地。本章 2 课时，从三种通信方式对比起步，到两端 API、取消抢占，最后看 Nav2 工程实践。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旁白：六条目标承接前章脉络：前三条解决什么时候用动作、.action 怎么定义，后三条覆盖两端 API、取消抢占与工程案例。注意第一条中的三个关键词：长时间、可反馈、可取消，它们是动作区别于话题与服务的本质特征，也是后续内容的判断标准。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对比表是本章的决策依据：话题是异步多对多的持续数据流，服务是同步一对一的短调用，动作则是异步加双向反馈的长任务。特别提醒：动作并非全新机制，底层由两个话题加两个服务组合实现。选型口诀请记牢：有反馈、时间长、可取消，选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时序图完整呈现动作的生命周期：发送目标、服务端接受、执行期间持续上报反馈，最后返回最终结果。图中反馈消息出现两次，正说明反馈是持续的数据流。这张图把底层四个通道抽象成一条时间线，建议对照图注理解动作是话题与服务的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官方小乌龟演示直观展示动作数据流：客户端发送到达某位置的目标，服务端执行期间持续发布进度，到达后返回结果。注意三要素的传递是异步的：目标用服务通道，反馈用话题通道，结果再回服务通道。全程客户端无需阻塞等待，可继续其他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旁白：.action 文件由两条分隔线分成三段：Goal、Result、Feedback，DoDishes 洗盘子示例是经典教材。字段命名直观：total_dishes 是目标，cleaned_dishes 与 success 是结果，progress 是进度反馈。服务端可直接访问字段名，如 goal_request.total_dishes，编写时不要混淆三段的位置。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旁白：服务端核心是 ActionServer 构造与三个回调：goal 判定是否接受目标，cancel 判定是否接受取消，execute 异步执行。execute 必须声明为 async，内部用 await 处理耗时操作，每洗完一个盘子就 publish_feedback 并检查取消请求。完成后调用 goal_handle.succeed 并返回 Result。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旁白：客户端的回调链是本页精髓：send_goal_async 发送目标，goal_resp_cb 检查目标是否被接受，接受后挂接 result_cb 等待最终结果，feedback_cb 全程接收进度反馈。四个函数环环相扣，全部异步执行。对照程序 5-2 理清回调顺序，是掌握动作客户端的关键。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旁白：命令行工具 ros2 action 三板斧：list 查看动作及类型，info 查看底层的 2 话题加 2 服务，send_goal 配合 --feedback 直接调用并实时观察进度。外卖比喻非常好记：服务是下单后干等，动作是全程推送配送进度。官方 Fibonacci 示例练习时可直接复用这些命令。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旁白：本页浓缩官方教程要点：动作服务端就是 goal、execute、cancel 三个回调的编排，执行循环中反复检查 is_cancel_requested，配合 canceled() 优雅退出。官方示例从单目标顺序完成演进到多目标排队，再到支持取消抢占，三个版本对应了由简到繁的设计思路。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旁白：自定义动作接口的流程与 .msg、.srv 一脉相承：接口包中新建 action 目录，放置三段式的 .action 文件。特别要注意 package.xml 中必须声明 rosidl_default_generators 生成器依赖，漏掉会导致编译期报错。定义完成后用 ros2 interface show 验证接口内容。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旁白：取消与抢占是动作的灵魂：取消是协作式的，服务端在执行循环中主动检测 is_cancel_requested 才会停下，客户端无法强制打断。抢占则是新目标到达时对旧目标返回 REJECT。注意两个状态的区别：主动取消对应 CANCELED，执行异常对应 ABORTED。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旁白：Nav2 架构图展示了动作在真实系统中的核心地位：整个导航流程由 navigate_to_pose 等动作组织。工程实践给出两条经验：反馈频率 1 到 10 赫兹为宜；客户端必须处理 SUCCEEDED、CANCELED、ABORTED 三种终态，不能只写成功分支。导航途中收到新目标时，旧目标被抢占，机器人立即转向。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旁白：并发演示用两个终端同时启动客户端：单个服务端同时服务多个目标，日志中可以看到目标交替执行或排队，反馈持续展示当前盘子数，完成一个目标后 FIFO 队列自动调度下一个。用 ros2 action list -t 对比 service list，可以亲眼验证动作在底层的展开形式。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旁白：六条要点浓缩全章：第一条给出动作的本质定义，第二三条是文件结构与三个回调，第四条是客户端回调链，五六条是取消抢占机制。对照自查时，建议重点复述协作式取消的流程：检测 is_cancel_requested、调用 canceled、客户端收到 CANCELED。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道练习层层递进：斐波那契服务端与反馈客户端是基础，第三题实现取消，第四题设计三通信方式的混合方案，第五题自定义接口。第四题是开放题，建议从机器人巡检切入：话题发布传感器数据、服务查询电量、动作执行整段巡检，三种方式各司其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旁白：下一章进入参数与 Launch：参数让节点配置在运行时读写、无需重启，Launch 文件把多节点、多参数、多命名空间的启动工作合并为一条命令。两者组合即机器人系统的一键启动。至此三大通信方式全部学完，本套课件的教学主线也进入收官阶段。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动作通信（Actions）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5 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课时（90 分钟）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教学方式：讲授 + 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理解动作的适用场景：长时间、可反馈、可取消的任务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对比话题、服务与动作三种通信模式的差异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.action 接口文件的三段式定义（Goal / Result / Feedback）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Action Server 与 Action Client 的核心 API 与回调链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掌握取消与抢占机制及其判定流程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了解 Nav2 等工程实践中的动作使用模式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动作 vs 话题 vs 服务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动作 = 完成一个目标的全过程；动作在底层由话题与服务组合实现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话题 (Topic)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 (Service)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 (Action)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通信模式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异步多对多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同步一对一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异步 + 双向反馈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持续时间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持续数据流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短时一次调用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长时间任务（秒~分钟）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反馈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有（进度反馈）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取消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不支持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不支持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支持取消和抢占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动作在底层由 2 个话题 + 2 个服务实现，允许反馈与取消，适合长时间任务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对比小结：有反馈需求、执行时间长、需要中途取消的任务选用动作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动作通信时序图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Client 发送目标 → Server 接受 → 执行中持续反馈 → 完成返回最终结果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Client                           Server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            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── Goal Request ──────────────►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◄── Goal Accepted ────────────   │  执行目标（耗时操作）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            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◄── Feedback (持续上报进度) ────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◄── Feedback (持续上报进度) ────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                               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◄── Final Result (最终结果) ────  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│                                  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702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 5-1：动作通信时序图。动作结合话题（Feedback 流）与服务（Goal / Result / Cancel）的能力。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官方演示：动作执行数据流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官方小乌龟例子：目标位置 → 持续反馈 → 到达后返回结果</a:t>
            </a:r>
          </a:p>
        </p:txBody>
      </p:sp>
      <p:pic>
        <p:nvPicPr>
          <p:cNvPr id="7" name="Picture 6" descr="Action-SingleActionClien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815" y="1609344"/>
            <a:ext cx="8199424" cy="46085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官方动作演示：Action Client 发送目标（如到达某个位置），Action Server 执行期间持续发布进度反馈，完成后返回最终结果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656831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动作的「目标 / 反馈 / 结果」三要素分别在不同话题与服务器上传递，Client 全程异步等待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3700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.action 文件结构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两条 --- 分隔线分成三部分：Goal / Result /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DoDishes.action — 洗盘子动作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uint32 total_dishes    # 目标段 Goal：总共需要洗的盘子数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---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uint32 cleaned_dishes  # 结果段 Result：已清洗干净的盘子数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bool success           #                   是否成功完成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---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float32 progress       # 反馈段 Feedback：进度（0.0 ~ 1.0）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uint32 current_dish    #                当前洗到第几个盘子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第一部分：Goal（客户端请求的目标）；第二部分：Result（任务最终结果）；第三部分：Feedback（执行期间的进度反馈）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811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服务端可用 .action 文件中的名称直接访问字段，如 goal_request.total_dishes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943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Action Server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ActionServer(节点, 类型, 名称, execute/goal/cancel 回调)；execute 为异步函数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62636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import asyncio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rclpy.action import ActionServer, CancelResponse, GoalResponse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action_demo_interfaces.action import DoDishes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DoDishesServer(Node):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super().__init__('do_dishes_server')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self.action_server = ActionServer(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self, DoDishes, 'do_dishes',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execute_callback=self.execute,   # 执行（异步）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goal_callback=self.goal,         # 目标判定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cancel_callback=self.cancel)     # 取消判定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goal(self, goal_request):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"""是否接收新目标"""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GoalResponse.ACCEPT            # 或 REJECT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cancel(self, goal_handle):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"""是否接收取消请求"""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CancelResponse.ACCEPT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async def execute(self, goal_handle):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"""执行目标 — 每个动作目标独立调度"""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total = goal_handle.request.total_dishes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feedback_msg = DoDishes.Feedback()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for i in range(1, total + 1):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if goal_handle.is_cancel_requested:   # 检查取消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goal_handle.canceled()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return DoDishes.Result(cleaned_dishes=i - 1,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      success=False)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await asyncio.sleep(1.0)              # 模拟 1 秒/盘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feedback_msg.progress = i / total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feedback_msg.current_dish = i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goal_handle.publish_feedback(feedback_msg)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goal_handle.succeed()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DoDishes.Result(cleaned_dishes=total, success=True)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2936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5-1：Action Server 完整示例。execute 必须声明为 async，内部可 await 耗时操作。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006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Action Client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wait_for_server + send_goal_async；goal/feedback/result 三个回调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592836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rclpy.action import ActionClient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DoDishesClient(Node):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super().__init__('do_dishes_client')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self.client = ActionClient(self, DoDishes, 'do_dishes')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send_goal(self, total_dishes):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"""发送目标"""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self.client.wait_for_server()            # 等待服务端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goal_msg = DoDishes.Goal()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goal_msg.total_dishes = total_dishes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future = self.client.send_goal_async(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goal_msg,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feedback_callback=self.feedback_cb)  # 注册反馈回调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future.add_done_callback(self.goal_resp_cb)  # 目标响应链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goal_resp_cb(self, future):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"""服务端是否接受目标"""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goal_handle = future.result()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not goal_handle.accepted: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return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goal_handle.result_cb = self.result_cb  # 结果回调链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feedback_cb(self, feedback_msg):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"""接收进度反馈"""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fb = feedback_msg.feedback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self.get_logger().info(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f'进度: {fb.current_dish}/{fb.progress * 100:.0f}%')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result_cb(self, future):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"""获取最终结果"""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result = future.result()</a:t>
            </a:r>
          </a:p>
          <a:p>
            <a:r>
              <a:rPr sz="10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self.get_logger().info(f'结果: {result.success}')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95832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5-2：Action Client 完整示例。send_goal_async → goal 响应 → result，形成回调链。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86715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官方要点：动作模型与命令行工具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ros2 action 四命令：list / info / send_goal；send_goal 带 --feedback 实时查看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action list -t                 # 列出动作与类型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action info /turtle1/rotate_abs # 查看动作的 2 话题 + 2 服务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action send_goal /fibonacci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action_tutorials_interfaces/action/Fibonacci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"{order: 5}" --feedback          # 调用并显示进度反馈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44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官方以斐波那契数列 Fibonacci 为例：Client 发目标（求前 N 项），Server 计算中持续反馈部分序列，完成后返回完整序列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外卖比喻：顾客（Client）下单后收到配送进度更新，再收到送达确认——服务（Service）相当于「下了单就干等」，动作（Action）全程有反馈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908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官方要点：编写动作服务器与客户端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三个回调：goal / execute / cancel；execute 内 publish_feedback 持续反馈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Action Server 三个核心回调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goal_callback(goal_request)      # 目标到达 → ACCEPT / REJECT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execute_callback(goal_handle)    # 异步执行 → publish_feedback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 #           → succeed()/abort()/canceled()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cancel_callback(goal_handle)     # 取消请求 → ACCEPT / REJECT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44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执行循环中反复检查 goal_handle.is_cancel_requested，配合 goal_handle.canceled() 优雅退出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官方示例从「单目标顺序完成」演进到「多目标排队」，再到「支持取消与抢占」，覆盖了动作服务端设计的三个版本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908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ros2 action send_goal --feedback 可在不写代码的情况下观察完整动作生命周期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041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官方要点：自定义动作接口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.action 三段式；放在接口包的 action/ 目录；package.xml 声明生成器依赖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Fibonacci.action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uint32 order                 # Goal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---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int32[] sequence             # Result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---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int32[] partial_sequence     #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65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创建自定义动作：接口包中新建 action/ 目录，放置 xxx.action 文件，编写三段式定义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package.xml 须声明 rosidl_default_generators 等生成器依赖，否则编译期报「未找到 action 生成器」错误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ros2 interface show &lt;接口名&gt; 可查看已定义的动作接口内容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05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取消与抢占机制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取消是「Server 可拒绝的协作式取消」；抢占 = 新目标 REJECT 旧目标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Client → send_goal_async(新目标) ──► Server: goal_callback → REJECT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Server: execute() 循环中检测 → is_cancel_requested == 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goto ACT_CANCELED → goal_handle.canceled() → 返回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（同时 notify_client_canceled() 通知客户端）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Client ←─ 收到 canceled 状态 ── 客户端 get_result 返回 CANCELED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65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取消是协作式：Server 在执行循环中主动检测 is_cancel_requested 才能停下，不会强制打断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抢占（多目标时的新目标优先）：对旧目标返回 GoalResponse.REJECT，客户端可转而去处理新目标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取消结果判定：goal_handle.canceled() 之后，客户端侧收到的是 CANCELED 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05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工程实践：动作的三类应用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Nav2 导航、MoveIt 2 机械臂、slam_toolbox 地图构建均以动作为核心接口</a:t>
            </a:r>
          </a:p>
        </p:txBody>
      </p:sp>
      <p:pic>
        <p:nvPicPr>
          <p:cNvPr id="7" name="Picture 6" descr="nav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53" y="1901952"/>
            <a:ext cx="6905549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Nav2 总体架构图。导航全流程由 navigate_to_pose 等动作组织：接到目标、导航途中持续反馈进度、到达后返回结果。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反馈频率建议 1–10 Hz：过高浪费带宽，过低用户感知迟钝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07745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5.3.2 抢占语义明确：导航途中收到新目标，旧目标被抢占取消，机器人立即转向新目的地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7906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客户端必须处理三种结果终态：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821131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终态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处理建议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SUCCEEDED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目标成功完成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正常收尾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CANCELED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目标被取消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清理现场、记录日志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ABORTED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执行异常中止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错误处理、上报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9582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仿真结合实例：多个动作客户端并发洗盘子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单个动作服务端可同时服务多个客户端；Dishes 仿真演示 FIFO 队列与反馈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1：启动动作服务端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action_demo_cpp dishes_server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2：启动两个动作客户端（观察并发）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action_demo_cpp dishes_client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action_demo_cpp dishes_client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65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观察点：服务端日志显示两个客户端的动作目标交替执行或排队；反馈展示进度（当前盘子数 / 总盘子数）；完成一个目标后 FIFO 队列自动调度下一个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对比 ros2 action list -t 与 ros2 service list 输出，可以看到动作在底层展开为 2 个话题 + 2 个服务</a:t>
            </a:r>
          </a:p>
        </p:txBody>
      </p:sp>
      <p:pic>
        <p:nvPicPr>
          <p:cNvPr id="10" name="Picture 9" descr="ch05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41" y="4892040"/>
            <a:ext cx="4488772" cy="1325879"/>
          </a:xfrm>
          <a:prstGeom prst="rect">
            <a:avLst/>
          </a:prstGeom>
        </p:spPr>
      </p:pic>
      <p:pic>
        <p:nvPicPr>
          <p:cNvPr id="11" name="Picture 10" descr="ch05_actio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628" y="6309359"/>
            <a:ext cx="2029798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749807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动作 = 服务（Goal / Result / Cancel）+ 话题（Feedback），面向长时间、可反馈、可取消任务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.action 文件用两条 --- 分成 Goal / Result / Feedback 三段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Action Server：execute（异步执行）、goal（接受/拒绝）、cancel（取消）三个回调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Action Client：wait_for_server + send_goal_async，feedback_callback 接收进度、result_callback 获取结果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342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取消是协作式的：execute 内检测 is_cancel_requested，调用 canceled() 后再返回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474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抢占用 GoalResponse.REJECT 拒绝旧目标；客户端须处理 SUCCEEDED / CANCELED / ABORTED 三种终态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编写 Action Server 执行斐波那契数列任务，每计算一项发布一次反馈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编写 Action Client 订阅反馈并打印当前进度，比较 --feedback 选项的输出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实现取消功能：Server 收到取消请求时停止当前任务并返回 CANCELED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对比 ROS2 三种通信方式，选择一个场景设计话题 + 服务 + 动作的混合方案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定义自己的接口（如洗车、擦桌子等任务），并添加反馈与取消支持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第5章 PPT：动作通信（Actions）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6 章：参数与 Launch（Parameters &amp; Launch）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参数（Parameter）：节点的动态配置，运行时读写、无需重启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Launch 文件：一个命令启动多节点、多参数、多命名空间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参数 + Launch 组合：机器人系统的「一键启动」工程实践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