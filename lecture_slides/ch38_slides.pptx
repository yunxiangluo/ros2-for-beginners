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旁白：欢迎大家进入第 38 章。前面几章我们只用了单一传感器，本章把 RGB、Depth、LiDAR、RADAR、GNSS、IMU 全部挂到车上组成完整感知套件，最后用 rosbag2 串成数据集。幻灯片目录表中 38.1 到 38.5 共五节，按「配置→标定→采集→回放」顺序展开，13–14 两页是实训重点，请按表格页码顺序学习。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个小节的实践目标，对应本章要动手做的五件事：配相机、配雷达、用其余传感器、做标定、录数据。第三、四两条把「外面装了什么、装在哪」讲清楚，第五、六条是自动驾驶数据集制作的基本功，最后要能独立录一段多传感器数据集并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旁白：三种相机共用同一套蓝图查找与挂载流程，区别只在蓝图名和输出含义。对照表格记三个关键词：RGB 是彩色 8 位、Depth 是距离编码、语义分割是类别标签。注意 CARLA 的 Depth 和语义图都是把信息编码进 RGB 通道，和常见深度图格式不一样，后面 P6 会讲解码。右侧这幅图就是 RGB 相机的典型输出画面。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旁白：参数表里 sensor_tick 最关键，0 表示每个仿真步长都发布，设为 0.05 秒就是 20 帧每秒。仿真中分辨率常用 800×600 以降低带宽。挂载位置 x=1.6、z=1.7 相当于挡风玻璃后视镜位置，attach_to=vehicle 让相机随车运动。fov 越大视野越广、单像素角分辨率越低，是内参计算的输入。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旁白：K 矩阵四个量可以这样理解——fx、fy 是焦距的像素度量，cx、cy 是图像中心。CARLA 相机无畸变是仿真与真车最大的差别之一，所以不要直接套用真车标定流程。代码里 fx、fy 相等，因为水平与垂直像素尺寸一致；如果 fov 90 度、宽 800，fx 约等于 w/2，可以当场验算。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旁白：Depth 相机输出的不是直接距离，而是颜色编码，R、G、B 三个通道分别编码距离的 32 位编码，按公式解码后乘以 1000 才是米。拿 256 三次方减 1 当分母，就是为了把三个字节映射到 0 到 1000 米。语义分割则直接用 Cityscapes 标签号查表即可。两张图对应同一场景，用解码后的深度图和语义图做融合是常见的感知预处理。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旁白：LiDAR 参数表只需要记四类：线束、距离、点频、竖直视场角。64 线配置里四个要点可以对照记住：通道 64、每秒 100 万点、垂直到 15 到负 25 度。用 rotation_frequency 20 与 20Hz 采样频率对应，点云图展示的是反射强度分布的典型画面，雷达是穿雨雾的，LiDAR 在雨天可见性下降，是两种传感器设计差异。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旁白：点云每点四个浮点数，x、y、z 坐标与强度按 16 字节定长。CARLA 的 Y 轴与 ROS 相反，处理第一步就取反。三款主流雷达对照：VLP-16 入门、OS1-64 高线数、Pandar40P 超远距。dropoff 参数模拟反射缺失，官方文档称之为统计模型而非物理模型，噪声模型用随机数按统计模型生成，需要固定随机种子才能复现。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旁白：RADAR 与 LiDAR 最大区别是输出目标级而不是点云级，每个检测点都直接带径向速度，这对目标跟踪至关重要。参数表默认 1500 点每秒，典型性能是每秒 2000 个点、50 米距离。回调里四个字段记住首字母 V-A-D：速度、方位角、仰角、距离。图中每个标记都是一次检测结果，在雨雾条件下比相机稳定得多。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旁白：GNSS 的噪声是偏置与标准差，10Hz 更新，转成 NavSatFix 后下游就可以用。IMU 转 Imu 有两个取反点，Y 轴取反规则和点云相同，注意加速度、角速度、朝向字段与 IMU 的 50Hz 采样。可以用 GNSS 定位与 IMU 组合，Angular velocity 陀螺仪噪声 0.05，让算法在 50Hz 速度上工作。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旁白：两份 yaml 是标定的最终产物。内参 yaml 的 camera_matrix 前三个数字分别是 fx、fy、cx、cy 的 530、400、300，distortion_coefficients 五个数对应 k1、k2、p1、p2、k3。外参 yaml 每一组是 TF 树里的 static_transform_publisher，翻译是 x/y/z，旋转用四元数，读外参就是要知道谁在谁的哪个位置，把相机外参填入后就可以做点云与图像的融合。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旁白：sensor_tick 表格四种取值对应仿真逐帧、20、10、约 30 赫兹。综合频率时给多传感器统一 tick，这是时间同步的官方建议。坐标表格只有 Y 一栏不同，物理上把右手系换成左手系，所以用 Y 取反规则记忆即可，代码里 Y 和 Yaw 都要取反。用 TF2 托管变换，仿真中传感器挂载点即外参真值，先用仿真验证标定流程再上真车。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旁白：录制命令是采集战线，用 -o 指定包名，只录需要的话题，全部录制会浪费磁盘。10 秒用 timeout 限制，dataset_entry 字典保存时间戳、图像、点云、GNSS 一帧数据。时间戳单位换算秒、纳秒乘 1e-9。同步器参数队列长度 10，slop 0.05 秒，时间戳差在 50 毫秒内匹配，三个 Subscriber 消息类型与话题一一对应，然后自动对齐。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旁白：数据集目录按 seq 序号分序列，序列内按传感器建子目录，图片 6 位补零、点云 npy，方便批量读取。回放命令优先级：info 检查完整性、play 默认原速、rate 0.5 半速观察、loop 循环复现，start-offset 5 从第 5 秒开始。图底部架构是本章的最终结果：仿真里的所有传感器数据进入桥接、录成包、再回放消费，形成采集与回放的闭环，也是后续离线算法开发的输入。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旁白：收束时为前六个要点各补一句：相机的 tick 就是采样率；点云噪声模型用丢点率模拟反射缺失且需固定种子；RADAR 输出目标级检测、GNSS 经纬度与 IMU 六轴加速度角速度；内参外参分别描述传感器自身与相互位姿；Y 轴取反在 TF2 中挂载点即真值；ApproximateTimeSynchronizer 用滑窗匹配。认为最大难点是真机采集时间戳对齐，仿真中验证标定后上真车。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旁白：四道题对应配置、处理、点云、采集四环节。第一题 fov 越大 fx 越小约成像。第二题三相机蓝图名各写一行、按官方公式解码才能得真实距离。第三题 64 线点频 100 万、rotation 20、丢点率 0.1 表示 10% 反射缺失。第四题多传感器时间戳对齐推荐用 ApproximateTimeSynchronizer，写 bag 前记住校验完整性。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旁白：第 38 章完成了「感知与数据」，第 39 章开始回答「感知之后怎么走」。四节内容对照我们现在录的多传感器数据集，先有高精地图与搜索算法再有全局路径规划。结尾顺势衔接：数据质量是规划的前提，正是 38 章录包质量保证的延伸。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本章贯通「传感器配置 → 标定 → 数据采集 → 回放」全链路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1226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页码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相机传感器：类型、参数、内参、解码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P3–P6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激光雷达：参数、点云格式、噪声模型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P7–P8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RADAR / GNSS / IMU 传感器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P9–P10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传感器标定：内参、外参、坐标对齐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P11–P12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rosbag 数据采集与回放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P13–P14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056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掌握 CARLA 多传感器套件的配置、标定与数据采集全流程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掌握 RGB / Depth / Semantic Segmentation 三种相机的配置与数据格式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理解 LiDAR 关键参数（线数、FOV、丢点率）与点云处理流程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学会 RADAR、GNSS、IMU 传感器的配置与消息转换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理解内参（传感器内部参数）与外参（传感器间空间变换）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掌握 CARLA 与 ROS 坐标系差异及 Y 轴取反规则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掌握基于 rosbag2 的采集、同步与回放方法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38.1.1 相机类型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CARLA 提供三种相机，按输出类型选择任务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 相机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彩色图像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BGRA 8-bit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视觉感知、目标检测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Depth 相机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 位浮点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距离估计、3D 重建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Semantic Segmentation 相机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语义标签图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 位标签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语义理解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2980944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rgb_camera_bp = blueprint_library.find('sensor.camera.rgb')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depth_camera_bp = blueprint_library.find('sensor.camera.depth')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semseg_camera_bp = blueprint_library.find('sensor.camera.semantic_segmentation')</a:t>
            </a:r>
          </a:p>
        </p:txBody>
      </p:sp>
      <p:pic>
        <p:nvPicPr>
          <p:cNvPr id="9" name="Picture 8" descr="camera_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623" y="3941063"/>
            <a:ext cx="3035808" cy="2276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图注：RGB 相机输出的城市场景图，可直接用于目标检测与视觉感知任务。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38.1.2 相机参数配置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image_size/fov/sensor_tick 决定图像规格与采样频率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image_size_x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1920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图像宽度（像素）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image_size_y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1080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图像高度（像素）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视场角（度）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sensor_tick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传感器采样间隔（秒）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lens_flare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False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是否启用镜头光晕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gamma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伽马校正值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motion_blur_intensity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运动模糊强度</a:t>
                      </a:r>
                    </a:p>
                  </a:txBody>
                  <a:tcPr marL="50800" marR="50800" marT="12700" marB="12700" anchor="ctr"/>
                </a:tc>
              </a:tr>
              <a:tr h="27432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motion_blur_max_distortion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运动模糊最大失真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498848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camera_bp.set_attribute('image_size_x', '800')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camera_bp.set_attribute('image_size_y', '600')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camera_bp.set_attribute('fov', '90')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camera_bp.set_attribute('sensor_tick', '0.05')   # 20 FPS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camera_transform = carla.Transform(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carla.Location(x=1.6, z=1.7),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carla.Rotation(pitch=0, yaw=0, roll=0)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rgb_camera = world.spawn_actor(camera_bp, camera_transform, attach_to=vehicle)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867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38.1.3 内参矩阵与畸变模型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内参 K 把 3D 世界坐标投影到 2D 像素平面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K = [fx   0   cx]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[0   fy   cy]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[0    0   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9464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get_camera_intrinsics(camera_actor, image):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h, w = image.height, image.width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fov = float(camera_actor.attributes['fov'])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fx = w / (2.0 * math.tan(fov * math.pi / 360.0))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fy = h / (2.0 * math.tan(fov * math.pi / 360.0))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cx = w / 2.0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cy = h / 2.0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K = np.array([[fx, 0, cx],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[0, fy, cy],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[0,  0,  1]])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41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CARLA 相机默认采用针孔模型，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无畸变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（畸变系数为 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模拟真实相机畸变：cv2.initUndistortRectifyMap(k1=0.05, k2=0.02) 后处理加径向畸变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75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传感器任务中提供内参 yaml 即可让下游（如相机-点云融合）使用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095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38.1.4 Depth 与 Semantic Segmentation 数据处理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Depth 必须按 CARLA 公式解码，SemSeg 用 Cityscapes 标签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decode_depth_image(raw_data):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 = np.frombuffer(raw_data, dtype=np.uint8)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.reshape((raw_data.height, raw_data.width, 4))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 = data[:, :, :3]          # 取 BGR 通道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解码公式: (R + G*256 + B*256*256) / (256^3 - 1) * 1000 米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depth = data[:, :, 2] * 256 * 256 + data[:, :, 1] * 256 + data[:, :, 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depth = depth / (256 * 256 * 256 - 1) * 1000.0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Semantic Segmentation 标签映射（Cityscapes 子集）：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823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- 0 未标注、1 建筑、4 行人、6 道路、7 人行道、9 车辆、10 墙、11 交通标志</a:t>
            </a:r>
          </a:p>
        </p:txBody>
      </p:sp>
      <p:pic>
        <p:nvPicPr>
          <p:cNvPr id="10" name="Picture 9" descr="camera_dep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88" y="5495544"/>
            <a:ext cx="2926079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68426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图注：Depth 相机输出的原始编码图（左）与解码后的距离图，灰阶越亮表示越近。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031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38.2.1 LiDAR 配置参数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线束、点频、垂直 FOV 与丢点率决定点云形态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channels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激光通道数（线束）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range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最大探测距离（米）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points_per_second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560000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每秒点云数量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rotation_frequency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旋转频率（Hz）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upper_fov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垂直 FOV 上限（度）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lower_fov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垂直 FOV 下限（度）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horizontal_fov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水平 FOV（度）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sensor_tick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采样间隔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dropoff_general_rate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通用丢点率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480560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 = blueprint_library.find('sensor.lidar.ray_cast')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lidar_bp.set_attribute('channels', '64')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lidar_bp.set_attribute('range', '100')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lidar_bp.set_attribute('points_per_second', '1000000')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lidar_bp.set_attribute('rotation_frequency', '20')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lidar_bp.set_attribute('upper_fov', '15')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lidar_bp.set_attribute('lower_fov', '-25')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lidar_bp.set_attribute('sensor_tick', '0.05')          # 20 Hz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lidar_bp.set_attribute('dropoff_general_rate', '0.1')  # 10% 噪声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 = world.spawn_actor(lidar_bp, lidar_transform, attach_to=vehicle)</a:t>
            </a:r>
          </a:p>
        </p:txBody>
      </p:sp>
      <p:pic>
        <p:nvPicPr>
          <p:cNvPr id="9" name="Picture 8" descr="lidar_poi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896" y="6848856"/>
            <a:ext cx="1943262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803757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图注：64 线 LiDAR 在城镇场景下采集的点云，颜色表示反射强度。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850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38.2.2 点云格式与处理、38.2.3 噪声模型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CARLA 原始点云转 Nx4，含坐标与强度；丢点率模拟真实噪声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lidar_raw_to_pointcloud(raw_data):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"""raw_data -&gt; N x 4 数组: [x, y, z, intensity]"""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points = np.frombuffer(raw_data.raw_data, dtype=np.float32)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points = points.reshape(-1, 4)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坐标系转换：CARLA (x前, y右, z上) -&gt; ROS (x前, y左, z上)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points[:, 1] = -points[:, 1]     # Y 轴取反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7530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再封装 pointcloud_to_ros2_msg()：填 PointField(x/y/z/intensity)、point_step=16、is_dense=True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噪声模型通过三个参数模拟：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00176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LiDAR 型号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测距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点频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垂直 FOV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Velodyne VLP-16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300000 点/秒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±15°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Ouster OS1-64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120 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1310720 点/秒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±22.5°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Hesai Pandar40P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 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720000 点/秒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±15°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3733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38.3.1 RADAR 传感器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RADAR 输出目标级检测，含距离、速度、方位角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horizontal_fov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水平视场角（度）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vertical_fov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垂直视场角（度）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最大探测距离（米）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points_per_second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1500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每秒检测点数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sensor_tick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采样间隔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602736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radar_bp = blueprint_library.find('sensor.other.radar')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horizontal_fov=60, vertical_fov=10, range=50, points_per_second=2000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radar = world.spawn_actor(radar_bp, radar_transform, attach_to=vehicle)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radar_callback(data):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"""检测点字段：velocity 径向速度(m/s)、azimuth 水平方位角(rad)、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altitude 垂直仰角(rad)、depth 距离(m)"""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for detection in data: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print(f"距离: {detection.depth:.2f}m, 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f"速度: {detection.velocity:.2f}m/s, 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f"方位角: {detection.azimuth:.2f}rad")</a:t>
            </a:r>
          </a:p>
        </p:txBody>
      </p:sp>
      <p:pic>
        <p:nvPicPr>
          <p:cNvPr id="9" name="Picture 8" descr="radar_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058" y="6172200"/>
            <a:ext cx="1680939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360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图注：毫米波雷达的目标级探测视图，一个检测点包含距离、速度与角度信息。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7083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38.3.2 GNSS、38.3.3 IMU 传感器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GNSS 输出经纬度，IMU 输出六轴数据，转 ROS 消息需 Y 轴取反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GNSS 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 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noise_alt_bias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海拔噪声偏置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noise_accel_stddev_x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 加速度噪声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noise_alt_stddev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海拔噪声标准差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noise_accel_stddev_y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 加速度噪声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noise_lat_stddev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纬度噪声标准差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noise_accel_stddev_z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加速度噪声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noise_lon_stddev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经度噪声标准差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noise_gyro_stddev_x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 陀螺仪噪声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sensor_tick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noise_gyro_stddev_z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陀螺仪噪声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895344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GNSS -&gt; NavSatFix (frame_id='gnss_link', STATUS_FIX, SERVICE_GPS)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IMU -&gt; Imu (frame_id='imu_link')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msg.linear_acceleration.y = -imu_data.accelerometer.y   # Y 轴取反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msg.angular_velocity.y    = -imu_data.gyroscope.y       # Y 轴取反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msg.orientation.w         = imu_data.compass            # 朝向用罗盘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38.4.1 内参标定、38.4.2 外参标定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内参描述传感器自身，外参描述传感器间相对位姿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camera_intrinsics.yaml 内参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image_width: 800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image_height: 600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camera_name: front_camera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camera_matrix: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rows: 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cols: 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data: [530.0, 0.0, 400.0, 0.0, 530.0, 300.0, 0.0, 0.0, 1.0]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distortion_model: plumb_bob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distortion_coefficients: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rows: 1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cols: 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data: [0.05, -0.02, 0.001, 0.002, 0.0]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8231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sensor_transforms.yaml 外参（TF 变换）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transforms: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frame_id: lidar_link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child_frame_id: camera_front_link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translation: [0.5, 0.0, 0.2]      # x, y, z（米）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rotation: [0.0, 0.0, 0.0, 1.0]    # 四元数 (x, y, z, w)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frame_id: base_link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child_frame_id: lidar_link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translation: [1.5, 0.0, 2.0]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rotation: [0.0, 0.0, 0.0, 1.0]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506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38.4.3 sensor_tick 与同步、38.4.4 坐标系对齐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sensor_tick 决定发布频率；CARLA 与 ROS 坐标 Y 轴相反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sensor_tick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每个仿真步长触发回调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Hz 固定频率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 固定频率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~30 Hz 固定频率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58444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956048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carla_to_ros_transform(carla_transform):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ros_x = location.x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ros_y = -location.y          # Y 轴取反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ros_z = location.z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yaw = math.radians(-rotation.yaw)   # 偏航角取反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欧拉角转四元数后返回 (x, y, z, 四元数)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9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38.5.1 rosbag record、38.5.2 数据同步与时间戳对齐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record 白名单话题，ApproximateTimeSynchronizer 对齐时间戳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录制特定话题（推荐）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bag record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/camera/rgb/image_raw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/camera/depth/image_raw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/camera/semseg/image_raw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/lidar/points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/radar/detections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/gnss/data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/imu/data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-o carla_sensor_data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录制 10 秒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timeout 10 ros2 bag record -a -o short_recording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73752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sync_callback(rgb_msg, depth_msg, lidar_msg, gnss_msg):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"""ApproximateTimeSynchronizer 同步回调"""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stamp = rgb_msg.header.stamp          # 统一时间戳基准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dataset_entry = {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'timestamp': stamp.sec + stamp.nanosec * 1e-9,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'rgb': rgb_msg, 'depth': depth_msg,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'lidar': lidar_msg, 'gnss': gnss_msg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dataset_entry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message_filters import ApproximateTimeSynchronizer, Subscriber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sync = ApproximateTimeSynchronizer(subs, 10, 0.05, allow_headerless=False)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64438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38.5.3 数据集管理、38.5.4 rosbag 回放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数据集按序列/传感器分目录，play 支持变速与循环回放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CarlaDatasetRecorder: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__init__(self, output_dir='./carla_datasets'):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self.sequence_id = 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self.frame_id = 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create_sequence(self):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seq_dir = f'{self.output_dir}/seq_{self.sequence_id:04d}'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for sub in ('rgb', 'depth', 'lidar', 'calib'):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os.makedirs(f'{seq_dir}/{sub}', exist_ok=True)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seq_dir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save_frame_data(self, seq_dir, data_dict):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cv2.imwrite(f'{seq_dir}/rgb/{self.frame_id:06d}.png',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cv2.cvtColor(rgb, cv2.COLOR_BGR2RGB))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np.save(f'{seq_dir}/lidar/{self.frame_id:06d}.npy', lidar)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83480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bag info carla_sensor_data      # 查看包信息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bag play carla_sensor_data      # 回放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bag play carla_sensor_data --rate 0.5   # 半速播放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bag play carla_sensor_data --loop        # 循环回放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44768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CARLA 仿真服务器 ──► ROS2 桥接 ──► rosbag record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│ 相机 │ LiDAR │ RADAR │ GNSS/IMU        │  数据采集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└──► Image/PointCloud2/NavSatFix         │  离线回放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   └─► rosbag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06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本章六大要点依次收束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CARLA 提供 RGB / Depth / Semantic Segmentation 三种相机，sensor_tick 控制采样频率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LiDAR 通过 channels、range、points_per_second、FOV、丢点率模拟真实点云（Nx4 格式）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RADAR 输出目标级检测（distance/velocity/azimuth/altitude），GNSS 输出经纬度，IMU 输出六轴数据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标定分内参（传感器内部参数）与外参（传感器间空间变换）两部分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CARLA 与 ROS 坐标系差异核心是 Y 轴取反，标定结果以 TF2 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rosbag record 采集数据，ApproximateTimeSynchronizer 实现多传感器时间戳对齐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96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四道题检验配置、点云、标定、采集四个模块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配置 RGB 相机 800×600、fov 90、sensor_tick 0.05 时，输出是 20 FPS。若 fov 改为 120，简述内参 fx 变大还是变小？为什么？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简述 CARLA 三种相机的蓝图名，并说明 Depth 相机原始数据为什么要按 (R+G*256+B*256*256)/(256^3-1)*1000 解码？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配置 64 线 LiDAR 时，写出 channels、points_per_second 与 rotation_frequency 的推荐值，并说明 dropoff_general_rate=0.1 的作用。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268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设计一条指令录制 /camera/rgb、/lidar/points、/imu/data 三个话题到 bag，并写出用于多传感器时间戳对齐的推荐类名。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0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第38章 PPT：多传感器套件与数据采集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下一章进入「全局路径规划与地图导航：地图、搜索、Waypoint、Lanelet 与航线规划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39 章将回答「全局路径规划与地图导航」：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HD Map 与 OpenDRIVE 与 xodr 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Dijkstra 与 A* 搜索算法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Waypoint API 与导航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Lanelet2 道路模型与高精地图元素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本章 38 章的多传感器数据集将与地图结合成「采集 → 建图 → 规划」第一环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