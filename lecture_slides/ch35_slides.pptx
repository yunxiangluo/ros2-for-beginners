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旁白：本章是全书的收官实训，用 4 课时把前面所有模块拼装成两个可运行、可验收的完整系统。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旁白：学习目标强调架构与集成，单点技术在前面章节已掌握，本章考察组合与工程化能力。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旁白：先给出参考架构，再进入两个场景；实训时按层逐个验收，避免一次性联调无从下手。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旁白：工厂场景突出实时性与稳定性，光照固定，适合展示颜色检测与 YOLO 的工程取舍。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旁白：家庭场景突出开放性，检测目标不可枚举，需要 VLM 与传统视觉级联兜底。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旁白：这张表是实训的任务书索引，学生按模块回查对应章节即可获取实现细节。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旁白：四条原则在验收时逐条检查：能否单独替换节点、能否在失败后自动恢复运行。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旁白：接口先行是本实训的纪律要求，接口冻结后各模块可并行开发与测试。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旁白：感知集成的验收标准是连续运行时检测框不抖、位姿曲线平滑，这也是第 34 章调试经验的应用。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旁白：这一页是感知到规划的桥，验收时重点测试服务触发的时序与失败重试逻辑。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旁白：建议以 Launch 为验收单位：一条命令拉起全系统，才算完成集成。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旁白：MTC 是官方推荐的进阶路线，相比手写五步流程，它能自动回溯并给出多组候选抓取。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旁白：演示中能看到 MTC 把抓取拆成显式阶段并逐阶段求解，这正是第 34 章五步流程的工程化升级。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旁白：本章要点是全书知识的索引，建议作为答辩时的自查清单逐条对照演示。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旁白：练习按难度递进排列，前两题考察架构理解，后四题对接真实工程改造与验收流程。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旁白：从下一章起进入自动驾驶仿真专题，本章的模块化与集成方法论同样适用于 CARLA 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35 章：综合实训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 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主线：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智能工厂产线 / 家庭服务两大场景 → 模块化拆分 → 通信设计 → 感知-认知-规划-执行全链路集成验收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描述智能工厂产线与家庭服务两大场景的系统组成与任务流程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按模块化原则拆分 YOLO 检测、AR 标签、TF 变换与 MoveIt2 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设计节点间话题、服务与动作三类通信并定义消息接口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集成第 30-33 章感知认知输出与第 26-29 章规划执行接口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用 MoveIt Task Constructor 把抓取任务组织为阶段化流水线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完成全链路联调、容错处理与集成验收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实训目标与总体架构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五层架构数据流：图像采集 → 视觉处理 → TF 变换 → 运动规划 → 硬件控制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图像采集：usb_cam/RealSense 发布 /camera/image_raw 与 camera_info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视觉处理：YOLO 目标检测（第 31 章）+ ArUco 位姿估计（第 32 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TF 变换：相机系到 base_link 的手眼外参（第 32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规划与控制：MoveIt2 抓取与避障规划（第 26-29 章）+ ros2_control 机械臂与夹爪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场景一：智能工厂产线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传送带按颜色分拣物料，机械臂循环执行检测-抓取-放置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相机俯视产线，YOLO 检测来料类别，ArUco 标签给出抓取位姿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节点按固定频率消费图像流，抓取节拍由触发服务控制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验收指标：连续运行中检测稳定、抓取成功率与节拍满足产线节拍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场景二：家庭服务机器人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大模型解析自然语言指令，VLM 定位物品，机械臂抓取递送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LLM 解析用户语音/文本指令为结构化任务（第 33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VLM 对开放类别物品给出语义定位，ArUco 标签补充精确位姿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相比产线场景多了语义层：任务分解、物体查找与人机交互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验收指标：指令理解正确、目标查找成功、抓取递送完整闭环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技术栈总览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两大场景共用同一套模块化技术栈，按章节回溯即可定位实现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对应章节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核心技术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图像采集与标定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30 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usb_cam、相机内参标定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视觉检测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31-32 章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YOLOv8、ArUco 位姿估计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认知与语义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33 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VLM 开放词汇定位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运动规划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26-28 章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MoveIt2、OMPL、规划场景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执行控制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29 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ros2_control、FollowJointTrajectory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02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架构设计原则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模块化拆分是本章工程能力的核心考察点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原则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落地手段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感知/变换/规划各自独立成节点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单一职责、独立包管理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可扩展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更换相机或机械臂不动全链路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参数化配置、标准消息接口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容错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检测丢失或规划失败不崩溃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重试、降级、状态监控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抓取节拍满足要求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回调内只做轻量计算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节点通信设计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先定义接口再写代码，话题/服务/动作各司其职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/camera/image_raw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相机原始图像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/yolo/detections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Detection2DArray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 检测输出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/aruco/pose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PoseStamped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标签 6D 位姿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/target_pose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PoseStamped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base_link 下目标位姿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/grasp_command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Trigger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抓取触发服务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/grasp_result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抓取结果反馈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消息类型与第 31-32 章保持一致，保证模块即插即用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782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感知集成：YOLO 与 AR 标签模块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感知层输出统一的检测结果与位姿，供下游直接消费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YOLO 模块：model_path=yolov8n.pt、confidence_threshold=0.5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 /yolo/detections（Detection2DArray）与 /yolo/visualization 调试图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ArUco 模块：DICT_6X6_250、marker_size=0.065，发布 /aruco/pose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联调要点：先用 visualization 话题确认检测稳定，再接位姿下游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坐标变换与抓取指令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TF 节点把视觉位姿统一到 base_link，触发服务下发抓取指令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lookup_transform 查询手眼外参，do_transform_pose 得到 /target_pose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/grasp_command（Trigger 服务）触发规划执行，避免抓取动作反复自触发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/grasp_result 反馈成功与否，驱动上层任务状态机推进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失败处理：位姿超时、规划失败时返回错误码并允许重试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规划与执行集成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MoveIt2 负责抓取与避障规划，ros2_control 负责硬件执行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Launch 文件一次性启动 move_group、ros2_control 与全部感知节点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MoveItPy/MoveGroupInterface：setPoseTarget → plan → 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轨迹经 FollowJointTrajectory 下发机械臂，夹爪独立控制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规划场景：SceneManager 注入桌面与目标物体碰撞体（第 34 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进阶：MTC 阶段化任务规划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MoveIt Task Constructor 把抓取建模为可回溯的阶段序列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35-1：MTC 任务阶段划分（生成与计算两阶段）</a:t>
            </a:r>
          </a:p>
        </p:txBody>
      </p:sp>
      <p:pic>
        <p:nvPicPr>
          <p:cNvPr id="8" name="Picture 7" descr="mtc_first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025" y="2322576"/>
            <a:ext cx="6875004" cy="38953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5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阶段序列：PickCurrentPose → OpenHand → MoveToPreGrasp → MoveToGrasp →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2259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生成阶段并行采样候选解，计算阶段验证可行性，失败自动回溯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432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MTC 阶段类型与运行演示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三类阶段：SerialContainer 串联、Generator 并行生成、失败回溯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35-2：MTC 阶段类型（生成器、传播器与监视器）</a:t>
            </a:r>
          </a:p>
        </p:txBody>
      </p:sp>
      <p:pic>
        <p:nvPicPr>
          <p:cNvPr id="8" name="Picture 7" descr="mtc_stag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610" y="2322576"/>
            <a:ext cx="7485834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5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运行演示：MTC 多阶段抓取任务在 RViz 中逐阶段展开</a:t>
            </a:r>
          </a:p>
        </p:txBody>
      </p:sp>
      <p:pic>
        <p:nvPicPr>
          <p:cNvPr id="10" name="Picture 9" descr="mtc_show_stages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650" y="6729983"/>
            <a:ext cx="2231755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7918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观察点：阶段之间的解传递、失败时的回溯路径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339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五层架构：图像采集 → 视觉处理 → TF 变换 → 运动规划 → 硬件控制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两大场景：智能工厂产线重实时稳定，家庭服务重语义开放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接口先行：话题/服务/动作消息定义冻结后再并行开发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四条原则：模块化、可扩展、容错、实时，验收时逐条检查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全链路数据流：/camera/image_raw → /yolo/detections → /target_pose → /grasp_command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进阶路线：MTC 阶段化流水线，生成采样与失败回溯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画出你实现的系统架构图，标注全部节点与话题，并对照五层架构说明差异。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把 YOLO 模块替换为颜色检测模块，验证接口不变时系统仍可运行。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设计 /grasp_command 失败重试机制：连续失败三次后进入降级状态并上报。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用 MTC 重写抓取流程，对比手写五步流程的成功率与代码量。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在家庭服务场景中接入 VLM，把开放类别物品定位结果融合进抓取链路。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编写集成验收文档：列出测试用例、通过标准与实测数据。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第35章 PPT：综合实训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下一章（第 36 章）：自动驾驶概述与CARLA基础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内容：自动驾驶分级与系统组成、CARLA 仿真器基础、传感器与车辆控制接口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预习：回顾 ROS 2 话题通信与 Launch 组织方式，为仿真环境搭建做准备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