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旁白：上一章用 MoveItPy 做关节空间规划，本章让末端按用户指定的空间路径运动：先讲直线、圆弧与复杂路径的笛卡尔规划，再讲位姿约束与规划场景障碍物，最后给出避障策略与官方调参建议。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旁白：本章目标围绕"路径可控与场景感知"展开：笛卡尔规划保证末端轨迹，位姿约束与规划场景让规划感知需求与环境，最终在障碍物环绕下仍能规划出安全路径。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旁白：先明确两类空间的分工：关节空间只保证起点和终点，笛卡尔空间保证中间过程，代价是 IK 计算量大且更易遇到奇异位形。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旁白：fraction 是笛卡尔规划的核心返回值，它直接告诉你这条"直线"能走多远、卡在哪里；本章源代码里用 while 循环重试直到 fraction 达到 1.0。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旁白：圆弧的精度取决于采样密度：np.arange(0, 2π, 0.015) 意味着每段约 0.86 度，400 多个 waypoint 用直线逼近一个圆；S 形和锯齿形同理，都是把参数方程变成 waypoint 列表。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旁白：此节编译自 moveit.picknik.ai 的 Cartesian Path 教程：三个参数决定精度与安全性，其中 eef_step 过大会直接跳过薄障碍，是实战中最常见的坑。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旁白：四种约束对应不同的作业语义：位置约束划区域、姿态约束固定朝向、关节约束限定构型、可见性约束服务视觉任务；后续抓取与放置章节还会大量用到姿态约束。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旁白：约束区域既可以用球体，也可以组合盒体/圆柱体；姿态约束的 tolerance 决定"保持朝向"的宽松程度，Write 容差越大规划越容易成功。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旁白：关键认知是笛卡尔规划只做插值与校验，不做约束求解；想要精确圆弧，要么把 waypoint 加密，要么显式加上方向约束交给优化型规划器。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旁白：仿真演示里用 add_box 加桌板、add_sphere 加障碍球、再 add_color 上色，旁边两张图展示碰撞物体在 RViz 中的显示效果；真实环境则走深度相机生成的八叉树网格。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旁白：附着与分离是一对镜像操作：attach 后物体"长"在末端上，任何关节规划都会带着它走；detach 后物体回到场景中，碰撞检查恢复为环境障碍物。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旁白：练习第 4 题"附着前后差异"在官方教程有精确对应：附着后物体进入 ACM 自动放行列表，因此可以贴着抓手运动而不报碰撞。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旁白：安全余量不是越大越好——padding 0.02 意味着所有物体外扩 2 厘米，障碍物之间 4 厘米的缝才过得去，这也是狭窄通道题要调 padding 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旁白：这段程序把本章所有知识点串起来：建场景、加障碍、避障规划、结果可视化一气呵成；xArm 实机演示中还能用 RViz 的 Planning Scene 面板现场加盒子，观察路径与碰撞结果实时变化。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旁白：把本章知识收敛为一条主线：让末端走限定路径，让规划感知环境，让路径安全通过障碍，三件事环环相扣。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旁白：五道题由易到难：前两题练 path 生成，第三题练场景接口，第四题练附着语义，第五题练规划器对比——每道题都能直接在 xArm 仿真或实机上验证。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旁白：抓取与放置是工业机器人的经典场景：任务如何分解、物品如何识别与抓取、失败如何回退，下一章用 MoveIt Task Constructor 一一拆解。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机器人编程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章节：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 28 章 MoveIt2 笛卡尔空间与避障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2 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内容：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直线/圆弧/复杂路径的笛卡尔规划、computeCartesianPath 三参数、位姿约束、规划场景与障碍物管理、物体附着、避障策略与安全余量、狭窄通道规划器对比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593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掌握笛卡尔空间路径规划方法：直线、圆弧与 S 形/锯齿形复杂路径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plan_cartesian_path 的参数含义，会用 fraction 判断路径完成度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掌握位姿约束的四种类型，并会用 set_path_constraints 添加约束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学会通过规划场景接口添加、移除与附着障碍物，动态更新场景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掌握避障规划策略与碰撞安全余量（padding）的设置方法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 OMPL 官方对狭窄通道问题的规划器选择建议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笛卡尔路径规划基础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笛卡尔空间规划让末端执行器沿用户指定的直线或曲线运动，中间点由规划器插值生成，适用于焊接、涂胶、搬运等高精度作业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笛卡尔空间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关节空间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末端轨迹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可控（直线/曲线）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不可控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IK 需求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不需要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精密作业、路径受限任务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点对点快速移动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奇异问题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容易出现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不容易出现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95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高精度任务必须做笛卡尔规划；单纯"点对点"移动用关节空间即可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15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直线路径规划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plan_cartesian_path 输入末端 waypoint 列表，输出插值后的轨迹；当 fraction 达到 1.0 才可执行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waypoints = [p0, p1, p2]            # 末端路径点（Pose 列表）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plan_result = self.arm.plan_cartesian_path(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waypoints, 0.01, 0.0, True      # eef_step=0.01, jump_threshold=0.0, avoid_collisions=True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if plan_result: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fraction = plan_result.fraction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fraction 是成功插值的路径点比例：1.0 为完整成功，小于 1.0 说明部分点碰撞/奇异/超限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官方要求 fraction 达到 1.0（或显式接受的阈值）才执行；失败可重试以提高完成度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圆弧与复杂路径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plan_cartesian_path 只支持直线段，圆弧等曲线用"微分思想"切分为密集小线段近似，路径点越密越接近真实曲线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圆弧：Y-Z 平面内以 (0.4, 0.0, 0.35) 为圆心、半径 0.1 的圆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for th in np.arange(0, math.pi * 2, 0.015):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target_pose.pose.position.y = center_y + radius * math.cos(th)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target_pose.pose.position.z = center_z + radius * math.sin(th)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waypoints.append(deepcopy(target_pose.pose))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圆弧路径规划，fraction 达到 1.0 才执行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plan_result = self.arm.plan_cartesian_path(waypoints, 0.01, 0.0, 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 形路径：generate_s_shape（幅值 0.05、20 步，Y 方向按 sin 变化）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81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锯齿形路径：generate_zigzag（宽度 0.08、4 段往返）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017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多个 waypoint 一次性规划；转弯处规划器会停顿重算，正方形四边应分四次直线段完成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150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官方要点：computeCartesianPath 的三个参数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 Cartesian Path 教程明确三个决定性参数：eef_step、jump_threshold、avoid_collisions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官方建议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eef_step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末端插值步长，决定 waypoint 间采样密度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 m 量级，过大会跳过碰撞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jump_threshold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关节空间跳变阈值，拒绝解臂形变附近的"假直线"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 0 表示禁用检测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avoid_collisions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是否在插值中逐点做碰撞检查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必开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5661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返回值 fraction 必须达到 1.0（或显式接受的阈值）才可执行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67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练习第 1 题的"正方形四边"用四次直线笛卡尔段，而非一个 waypoint 列表直接到位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00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位姿约束类型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位姿约束在规划过程中限制路径行为，确保中间路径满足特定要求，MoveIt2 支持四种约束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约束类型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PositionConstraint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位置约束，限制末端位置范围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保持末端在指定区域内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OrientationConstraint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姿态约束，保持末端姿态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保持工具朝下、水平等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JointConstraint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关节约束，限制特定关节角度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限制某关节角度范围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VisibilityConstraint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可见性约束，目标必须位于视野内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相机感知类任务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编程统一通过 Constraints 消息与 set_path_constraints 接口添加，clear_path_constraints 清除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添加位姿约束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位置约束用 PositionConstraint 定义约束区域（球体），姿态约束用 OrientationConstraint 设定目标朝向与各轴容忍度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pc = PositionConstraint()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pc.header.frame_id = 'base_link'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pc.link_name = 'link5'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pc.weight = 1.0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sphere = SolidPrimitive()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sphere.type = SolidPrimitive.SPHERE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sphere.dimensions = [0.3]          # 半径 0.3 米的球体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pc.constraint_region.primitives = [sphere]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pc.constraint_region.primitive_poses = [Pose()]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pc.constraint_region.primitive_poses[0].position.x = 0.3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constraints = Constraints()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constraints.position_constraints = [pc]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self.arm.set_path_constraints(constraints)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675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姿态约束：末端朝下用欧拉角 (π, 0, 0) 转四元数，三轴容忍度各 0.1 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关节约束：JointConstraint(joint_name, position, tolerance_above, tolerance_below)，容忍度一般取 ±0.1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086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官方要点：位姿约束与圆弧轨迹的官方做法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官方文档对"带约束的圆弧"给出的标准方案是"密集 waypoint + 位姿约束"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应用层按参数方程生成圆弧上的采样位姿（每段 0.005~0.01 rad），逐次调用笛卡尔规划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或改用 MotionPlanRequest 的 path_constraints（方向约束 tolerance），让优化型规划器在连续空间内保持姿态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官方提醒：笛卡尔路径是"直线插值 + 校验"而非"带约束的求解"，圆弧越细越接近真实弧线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这也是 The Construct 课程中"画圆"练习的核心结论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规划场景与障碍物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规划场景涉及三个关键概念：CollisionObject（碰撞物体）、AttachedCollisionObject（附着物体）与 PlanningScene（完整场景消息）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物体类型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SolidPrimitive 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典型尺寸参数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长方体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BOX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长宽高三维尺寸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球体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SPHERE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半径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圆柱体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CYLINDER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高与半径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网格模型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MESH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网格文件路径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877056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 = CollisionObject()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co.id = 'box_obs'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co.header.frame_id = 'base_link'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co.operation = CollisionObject.ADD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co.primitives = [primitive]                 # SolidPrimitive 几何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co.primitive_poses = [pose.pose]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self.planning_scene_monitor.process_collision_object(co)</a:t>
            </a:r>
          </a:p>
        </p:txBody>
      </p:sp>
      <p:pic>
        <p:nvPicPr>
          <p:cNvPr id="9" name="Picture 8" descr="ch28_collision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992" y="5641848"/>
            <a:ext cx="1441070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83056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实心球、盒体、桌板等典型碰撞物体的可视化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178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颜色通过 ObjectColor + PlanningScene(is_diff=True) 发布；REMOVE 操作移除障碍物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89127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物体附着与分离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机械臂抓取物体后，用 AttachedCollisionObject 把物体附着到末端连杆，使其随末端运动并参与碰撞计算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aco = AttachedCollisionObject()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aco.link_name = link_name                   # 附着到哪个连杆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aco.object = co                             # CollisionObject 本体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aco.touch_links = ['link5', 'gripper_link'] # 允许接触的连杆列表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self.psm.process_attached_collision_object(aco)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self.psm.process_attached_collision_object(aco_detach)  # 分离：REMOVE 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66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附着后物体从环境碰撞体变为机器人的一部分，规划时随末端连杆运动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73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touch_links 声明允许接触的连杆，避免抓手与物体被误判为碰撞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079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官方要点：规划场景官方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 Planning Scene 教程将场景操作归纳为四个操作：applyCollisionObjects、moveCollisionObject、attachObject 与 detachObject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applyCollisionObjects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批量添加 box/sphere/cylinder/mesh，含位姿与颜色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moveCollisionObject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平移已存在的物体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attachObject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把物体挂到指定连杆，随末端运动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detachObject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释放回场景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770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附着后自碰撞检查把物体与机械臂的接触视为合法（通过 Allowed Collision Matrix 自动放行），抓取后工作空间行为显著变化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902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真实深度相机环境走 octomap 通道自动更新，/planning_scene topic 是官方标准的场景监控接口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避障规划策略与安全余量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避障规划基于四项策略：碰撞检测、配置空间搜索、安全余量设置与环境变化重规划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padding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全局碰撞安全余量 0.02 m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padding_scale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缩放因子 1.0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max_contacts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最大碰撞接触点数 10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7355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编程方式：AllowedCollisionMatrix 设置特定连杆对放行，CollisionRequest(padding=margin) 带安全余量检测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793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padding 越大越安全，但会缩小可通过空间，需在安全与可达性之间权衡</a:t>
            </a:r>
          </a:p>
        </p:txBody>
      </p:sp>
      <p:pic>
        <p:nvPicPr>
          <p:cNvPr id="10" name="Picture 9" descr="ch28_rviz_coll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5" y="4700016"/>
            <a:ext cx="1822404" cy="15179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RViz 中碰撞检测结果的可视化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避障规划完整示例与 RViz 可视化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在规划场景中加入桌子和左右障碍物，目标点在障碍物后方，用 RRTConnect 最多尝试 5 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plan_result = self.arm.plan(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planner_id='RRTConnectkConfigDefault',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planning_time=5.0          # 增加规划时间提高成功率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场景：桌子（0.8×0.6×0.02）+ 左/右障碍物（0.1×0.1×0.3 位于 (0.3, ±0.2, 0.15)），目标 (0.4, 0.0, 0.25)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RViz MotionPlanning 插件：PlanningScene Topic 填 /planning_scene，Robot Description 填 robot_description，并打开 Show Robot Collision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675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规划失败先检查障碍物是否阻塞、规划时间是否充足、规划器参数是否合适</a:t>
            </a:r>
          </a:p>
        </p:txBody>
      </p:sp>
      <p:pic>
        <p:nvPicPr>
          <p:cNvPr id="11" name="Picture 10" descr="ch28_avoid_obst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728" y="5788152"/>
            <a:ext cx="2073599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97687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绕开障碍物的规划路径示意</a:t>
            </a:r>
          </a:p>
        </p:txBody>
      </p:sp>
      <p:pic>
        <p:nvPicPr>
          <p:cNvPr id="13" name="Picture 12" descr="ch18_beeline_dem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808" y="7324344"/>
            <a:ext cx="3709439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851306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plan_cartesian_path 以 waypoint 列表做直线插值，fraction 达到 1.0 才执行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圆弧/S 形等复杂路径用密集采样"以直代曲"，采样越密越接近真实曲线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computeCartesianPath 三参数：eef_step、jump_threshold、avoid_collisions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位姿约束四类型：位置、姿态、关节、可见性，统一用 set_path_constraints 添加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CollisionObject/AttachedCollisionObject 动态管理规划场景，支持添加、移除与附着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避障四策略：碰撞检测、配置空间搜索、安全余量、重规划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狭窄通道难题：RRTConnect 几乎必成于开阔空间，PRM/EST 更依赖采样扩散，可对比成功率调参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167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编写笛卡尔路径规划程序，使末端执行器沿正方形的四条边运动（边长 0.1 米），回到起点。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编写圆弧轨迹规划程序，使末端在水平面内画一个完整的圆形。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在规划场景中添加三个不同形状的障碍物（盒体、球体、圆柱体），规划一条从起点到终点的避障路径。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编写程序，将物体附着到末端执行器后规划运动，再分离物体，比较附着前后的规划行为差异。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设计一个包含狭窄通道的避障场景，测试不同规划器（RRTConnect、PRM、EST）通过狭窄通道的成功率。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第28章 PPT：MoveIt2 笛卡尔空间与避障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下一章进入第 29 章「抓取与放置编程」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先用 MoveIt Task Constructor 把"抓取—搬移—放置"分解为任务阶段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再为每个阶段设置抓取姿势、场景物体与失败回退逻辑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最终用 MTC 在仿真中演示完整的抓取与放置流水线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