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旁白：本章按"地图 → 算法 → 工具 → 生态"推进，前两小节讲数学、后两小节讲接口。学习的着力点是让全局规划的结果能落回 CARLA 的可行驶车道。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旁白：四条目标严格对应四小节，前两条建立算法直觉，后两条落到工具链。验收闭环是让规划出的路径在 CARLA 地图上能沿车道中心线走通。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旁白：精度提升两个数量级源于车道级建模与语义标注。官方要点强调地图是感知之外的先验信息，在遮挡下也能提供道路几何的预测，为定位与规划提供先验支撑。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旁白：参考线定义长度与方位，车道段沿参考线铺开，中心线 id=0 是左右车道分割点。左右车道编号规则是 OpenDRIVE 判定的第一依据，务必沿参考线方向判断。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旁白：坐标原点差异是 OpenDRIVE 应用的典型"坑"——CARLA 的 xodr 以自身原点导出，上游工具若直接画地图会整体平移，需要把增量 (dx, dy) 对齐到惯导原点。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旁白：Dijkstra 与 A\* 的差别只在启发函数，h≡0 时 A\* 退化为 Dijkstra。可采纳性保证最短路径，一致性保证不重复入队，出队即已确定，教学实现用堆即可。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旁白：三条启发函数表格给出适用与可采纳性：曼哈顿与欧氏在栅格上均可用，对角线函数加速搜索但可能放弃最优性。优先级：最优性 &gt; 速度快，评测重点。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旁白：官方要点给出两篇经典文献与实现建议：优先队列是教学实现的核心，复杂度推导是考试基础。启发搜索适用范围广，状态空间大时开销高。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旁白：Waypoint 是"贴在地图车道上的航点"，next(d) 会给出该车道上距离 d 米的全部候选。路口内 next 常返回多条候选，需要配合转向意向挑选，是路径算法的输入基础。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旁白：车道中心线就是重复调用 next(2) 的点列，步长决定点密度。列表只存位置，航向角从 transform 提取。这个点列直接喂给轨迹跟踪器作参考线。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旁白：路径生成是"沿车道贪心追踪目标"：每步在 next(2) 的候选中选离终点最近者。简单场景即可工作，换道与路口需要配合 A\* 保证全局最优。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旁白：Lanelet 的边界是左右两条线串，中间是可通行区域，规则元素挂在上面对应限速与停车。转换工具按车道片段重建，规则元素需人工校对名称映射。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旁白：Autoware 把 Lanelet2 作为默认地图格式，点云地图专供定位配准。两张地图分开加载，分别发布到话题 /map 与 /pointcloud_map，分辨率要求不同。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旁白：六条要点从地图数据格式到搜索算法再到工具生态。考试记住三张表：HD Map 对比表、搜索算法对比表、三种启发函数表，路径生成动手写一遍最扎实。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旁白：六道练习中，第二、三题是算法核心，第四、五题是工具核心，第六题打通生态。建议先实现 A\* 再用 Waypoint 生成路径，两段代码正好组装出一条完整路线。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旁白：全局路径算好后，车辆要靠控制器沿路径行驶。下一章的纵横向控制为规划结果提供执行层的落点，感知、规划、控制三大模块由此闭环。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从"高精地图描述"到"全局路径规划"，本章打通"地图 → 路线 → 车道中心线"全链路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0487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小节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页码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OpenDRIVE 地图格式与 HD 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P3–P5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39.2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全局路径规划算法 Dijkstra / A\*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P6–P8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39.3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道路网络与 Waypoint API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P9–P11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39.4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Lanelet2 地图与 Autoware 生态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P12–P13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0873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学完本章能读 OpenDRIVE、写 A\* 与 Waypoint 生成路径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 OpenDRIVE 地图格式与 HD Map 关键概念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 Dijkstra / A\* 全局路径规划算法原理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学会使用 CARLA Waypoint API 生成车道中心线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熟悉 Lanelet2 地图与 Autoware 兼容格式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39.1.1 HD Map 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高精地图相对传统导航地图的差异集中在精度、语义与更新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HD Map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传统导航地图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10–20 cm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5–10 m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车道级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每条车道独立建模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道路级聚合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停止线 / 限速 / 转向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仅有路名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横坡 / 纵坡 / 超高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云端实时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季度更新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602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39.1.2 道路/车道/连接描述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OpenDRIVE 以"参考线 + 车道"编码道路，车道编号左正右负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Road (道路)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├── PlanView (水平几何)：直线、螺旋线、回旋曲线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├── ElevationProfile (纵断面)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├── LateralProfile (横断面)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└── Lanes (车道)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└── LaneSection (车道段)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├── Left (左车道, ID &gt; 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├── Center (中心线, ID = 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└── Right (右车道, ID &lt;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车道编号规则：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沿道路参考线方向，左侧车道为正（1, 2, 3…），右侧为负（-1, -2, -3…）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823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连接描述：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roadLink 表达路口与换道关系，laneLink 描述同一车道的延续关系</a:t>
            </a:r>
          </a:p>
        </p:txBody>
      </p:sp>
      <p:pic>
        <p:nvPicPr>
          <p:cNvPr id="10" name="Picture 9" descr="roadrunner_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337" y="5495544"/>
            <a:ext cx="10083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68426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RoadRunner 中将道路与车道元素按 OpenDRIVE 标准导出为高精地图文件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31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39.1.3 坐标原点与 OpenDRIVE 坐标系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CARLA 导出的 OpenDRIVE 坐标系与 CARLA 世界坐标不一致，需原点平移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 = client.get_world()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xodr = world.get_map().to_opendrive()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with open('town03.xodr', 'w') as f: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f.write(xodr)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63240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&lt;road id="0" length="256.78"&gt;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&lt;planView&gt;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&lt;geometry s="0.0" x="12.34" y="56.78" hdg="0.523"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length="256.78"&gt;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&lt;line/&gt;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&lt;/planView&gt;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&lt;lanes&gt;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&lt;laneSection s="0.0"&gt;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&lt;center&gt;&lt;lane id="0" type="driving"/&gt;&lt;/center&gt;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&lt;right&gt;&lt;lane id="-1" type="driving"/&gt;&lt;/right&gt;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&lt;/laneSection&gt;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&lt;/lanes&gt;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&lt;/road&gt;</a:t>
            </a:r>
          </a:p>
        </p:txBody>
      </p:sp>
      <p:pic>
        <p:nvPicPr>
          <p:cNvPr id="9" name="Picture 8" descr="opendrive_meshiss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568" y="6236208"/>
            <a:ext cx="2069919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42492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网格与道路中心线错位是坐标系不一致（dx, dy）的典型表现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72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39.2.1 Dijkstra vs A\*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Dijkstra 均匀扩展，A\* 用可采纳启发函数偏向目标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特性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Dijkstra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A\*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启发函数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h(n)（曼哈顿/欧氏）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扩展顺序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距源点均匀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向着目标方向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最短路径保证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可采纳启发即最优先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典型实现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堆 + 前驱表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堆 + f = g + h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29184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heapq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astar(graph, start, goal, h):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open_set = [(h(start), 0, start)]      # (f, g, node)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g_cost = {start: 0}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while open_set: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f, g, u = heapq.heappop(open_set)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566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39.2.2 启发函数设计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曼哈顿可用于四邻域栅格，欧氏更贴合连续地图，均要求 h ≤ 真实代价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h_manhattan = |dx| + |dy|         # 曼哈顿（四邻域栅格）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h_euclid    = sqrt(dx^2 + dy^2)   # 欧氏（八邻域 / 连续）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可采纳性:  h(n) ≤ h*(n)  → 路径最优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一致性:    h(u) ≤ c + h(v) → 不重复扩展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264408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启发函数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曼哈顿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欧氏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sqrt(dx²+dy²)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连续/八邻域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可采纳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对角线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max(dx, dy)（四邻域）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不可采纳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更快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6360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39.2.3/4 搜索过程对比与官方要点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开阔地带两者扩展相近，绕障时 A\* 的墙边扩张比 Dijkstra 少一个数量级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起点 ■ 目标 ◆ 障碍 █  四邻域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Dijkstra  (均匀扩张)         A* (向目标偏差)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■■■··▂········                     ···◆·█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··█··█·······                     ···█·█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····█··█····                     ···█··█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65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官方要点：Dijkstra 与 A\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E. W. Dijkstra (1959) *A Note on Two Problems in Connexion with Graphs*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9943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Hart, Nilsson &amp; Raphael (1968) *A Formal Basis for the Heuristic Determination of Minimum Cost Paths*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05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数据结构：优先队列 + 前驱表；教学示范用 Python heapq 即可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25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39.3.1 CARLA Waypoint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map.get_waypoint 返回最近车道点，next/previous 沿车道前推，换道用左右车道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2402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world = client.get_world()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 = world.get_map()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wp = map.get_waypoint(vehicle.get_location())   # 最近车道中心点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nxt = wp.next(2.0)[0]                           # 前方 2 m 处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prv = wp.previous(2.0)[0]                       # 后方 2 m 处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left  = wp.get_left_lane()                      # 左车道中心线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right = wp.get_right_lane()                     # 右车道中心线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at_junction = wp.is_junction                    # 路口内？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27024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next(d)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Waypoint 列表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沿车道前向采样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previous(d)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Waypoint 列表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沿车道后向采样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get_left_lane()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Waypoint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换左车道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is_junction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是否位于路口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52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39.3.2 车道中心线生成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从起点沿 next(2.0) 反复前推即可采样出车道中心线点列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build_lane_centerline(waypoint, distance=500.0,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step=2.0):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points, cur, traveled = [], waypoint, 0.0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while traveled &lt; distance: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points.append((cur.transform.location.x,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cur.transform.location.y,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cur.transform.location.z))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nxt = cur.next(step)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not nxt: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cur = nxt[0]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traveled += step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737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车道中心线：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每个点含位置与航向角（transform.rotation.yaw），供航点跟踪下发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869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39.3.3 路径生成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起终点各取最近 Waypoint，用 A\* 或沿车道序列连接成可行驶路径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generate_path(world, start_loc, goal_loc):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map = world.get_map()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start = map.get_waypoint(start_loc)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goal  = map.get_waypoint(goal_loc)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path, cur = [], start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visited = set()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while dist(cur, goal) &gt; 2.0: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visited.add(cur)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candidates = [w for w in cur.next(2.0)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if w not in visited]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not candidates: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break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cur = min(candidates,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key=lambda w: w.transform.location.distance(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goal.transform.location))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path.append(cur)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path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3436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起点 ● ──→ 车道中心线采样 ──→ 终点 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512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39.4.1/2 Lanelet 与 LaneletMap 概念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Lanelet 是可通行车道片段，LaneletMap 聚合为全图，元素带交通规则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概念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Lanelet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可通行车道片段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OpenDRIVE 车道段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Regulatory Element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交通规则（限速/让行）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路牌语义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LaneletMap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全局地图容器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HD Map 总图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27355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概念演示伪代码：Lanelet 前后边界 * 左右边界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Lanelet: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left, right = LineString(), LineString()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regulatory_elements = []     # 限速、停止等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OpenDRIVE → Lanelet2：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借助 lanelet2_io 读取 xodr/osm，按车道片段重建 Lanelet 并迁移规则元素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48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39.4.3/4 Autoware 兼容格式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Autoware 用 Lanelet2 向量地图 + 点云地图，Lanelet 文件以 .osm 描述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&lt;vector_map&gt;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├── lanelet2 (.osm)      # 矢量道路网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└── pointcloud_map (.pcd) # 定位点云地图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86207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地图类型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矢量地图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lanelet2_map.osm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全局规划与语义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点云地图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pointcloud_map.pcd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定位配准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高程地图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elevation.csv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坡度信息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33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官方要点 —— Lanelet2 与 Autoware 官方生态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542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官方将 Lanelet2 作为 Autoware 默认地图格式，运行时由 map 节点加载并发布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675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 CARLA 换到 Autoware 的最小路径：xodr → Lanelet2 → 插件加载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80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六条主线覆盖"地图描述 → 图搜索 → 路径生成 → 地图生态"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HD Map 精度 10–20 cm，含车道级、语义、高程与云端更新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OpenDRIVE 以"参考线 + 车道段"编码，左正右负，坐标需原点平移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Dijkstra 均匀扩展，A\* 用可采纳启发函数，h≡0 退化为 Dijkstra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曼哈顿/欧氏/对角线三种启发函数的适用性与可采纳性各不同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Waypoint next/previous/左右车道 是车道中心线与路径生成的基础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Lanelet2 是 Autoware 默认地图格式，xodr → Lanelet2 是最小迁移路径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10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覆盖地图读取、路径规划、Waypoint 生成与地图转换四类技能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导出 Town03 的 OpenDRIVE 字符串，统计 &lt;road&gt; 与 &lt;lane&gt; 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用 Python 实现 Dijkstra 与 A\*，在 10×10 栅格含障碍物地图上对比扩展节点数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修改启发函数为对角线距离，观察路径最优性与扩展节点数的变化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用 Waypoint API 从指定起点沿 next(2.0) 采样 500 m 车道中心线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在路口让车辆转弯：对比 is_junction 下多条 next 候选的选取策略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将导出的 xodr 交由 lanelet2_io 转换为 Lanelet2 并核对道路数量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961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第39章 PPT：全局路径规划与地图导航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第40章 车辆纵横向控制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第40章 车辆纵横向控制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基于 PID 的车辆纵向控制（油门/刹车映射与速度跟踪）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基于 Pure Pursuit / Stanley 的横向控制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PID 参数整定与 CARLA 仿真调参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为自动驾驶仿真闭环"感知 → 规划 → 控制"收尾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课后任务：保持本章路径生成代码可用，预读第40章讲义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