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同学们好，今天我们进入第19章局部路径规划。如果说上一章的全局路径规划是"规划好路线图"，那么本章的局部路径规划就是"边走边躲障碍"。本页先交代本章在全书中的定位：控制器把全局路径变成实时的速度指令，课程目标在下一页列出，请同学们对照学习目标检查掌握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旁白：本页的学习目标覆盖原理与实现两条线：前三条偏算法，后三条偏工程。请同学们记住第 3 条是本章的坐标——局部规划输出的是速度指令而非路径点，后续 DWA、DWB、RPP、MPPI 都是围绕这个输出展开的。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旁白：本页给出全局与局部规划的对照表：全局规划低频、面向已知地图，局部规划高频、面向实时传感器，核心挑战是实时、安全、平滑与可达。后面的 DWA、RPP、MPPI 等控制器都围绕这四个挑战展开，大家可以带着"实时性与安全性如何权衡"的问题学习后续各页。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旁白：进入局部规划前先建立整体框架：controller_server 是一个动作服务器，它把路径当作输入、把速度指令当作输出，具体算法全部由插件决定。架构图中可以看到它与全局规划器、行为树、代价地图的分工。官方强调这种解耦的价值——全局规划可以低频省算力，局部控制必须高频响应动态障碍，两者互不阻塞；如果控制器报错，先检查上游的路径与 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动态窗口的名字来自三个约束的交集：机器人不能超出速度极限，不能瞬时改变速度，也不能在无法停住的速度上行驶。取交集后就得到一个窄小的采样窗口，窗口内的每组速度都会前向模拟出一条轨迹，再按四个评分加权选出最优。算法后半部分的评分权重会直接影响避障与跟路的偏向，是调参的主战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旁白：实现的关键是窗口交集与轨迹模拟两段代码。窗口交集把速度极限和加速度极限逐项取最大最小，得到当前时刻真实可达的速度集合；轨迹模拟用简单的运动学积分推进位姿，dt 越小、predict_time 越长，模拟越精细，但采样量也越大。plan 主流程把采样、预测、评分串起来，评分细节见下页。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旁白：评分器是 DWA 的"价值判断"。四个评分各有侧重：方向评分解决去哪，障碍评分解决别撞，速度评分解决别慢，路径评分解决别偏。权重是策略的开关——想穿过窄道就提高路径与障碍权重，想快速到达就提高速度权重。注意碰撞判定是硬约束，距离低于阈值直接淘汰，这是安全性的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旁白：DWB 把 DWA 的评分体系组件化：每个评分器是一个独立插件，可以增删和调权，这就是 critics 机制。配置上需要同时给出速度采样范围、仿真时长与评分器列表；加速度限制 acc_lim_x 等决定动态窗口，vx_samples 决定采样密度。Goal Checker 用位置与角度双容差判断到达，stateful 模式避免目标反复切换。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旁白：评分器列表就是 DWB 的策略清单，多数场景按 BaseObstacle 打底、贴路径与向目标各一类的思路组合即可。官方的调优顺序值得背下来：先粗后精——先保证不撞、能到，再加"走得好不好"的精细指标，否则多个评分同时上阵会互相抵消，越调越乱。Oscillation 的阈值检查最近 5 条指令是否有方向交替，防止抖动。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旁白：纯追踪像"狗追骨头"：机器人在全局路径上取一个远程目标点，用一段经过自身与目标点的圆弧来拟合转向。曲率公式 γ = 2sin(α)/L 里，α 是朝向与前向量的夹角，L 是前瞻距离——夹角越大或前瞻越短，转弯越急。因此调节前瞻距离就能改变整体驾驶风格，这也是后面 RPP 调参的第一杠杆。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旁白：RPP 的三个特性从名字就能记：regulated 表示速度受调节，不再恒速；cost regulated 表示把代价地图的障碍代价折算成速度上限；velocity scaled lookahead 让高速时看得更远、低速时转弯更紧。注意 RPP 本身不具备绕障决策能力，它的避障依赖规划器，所以官方提示要配合合理路径与碰撞检测使用。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旁白：这张表把两代控制器摊开对比：DWB 是"重武器"，评分器多、可定制性强，但参数爆炸、调试成本高；RPP 是"轻骑兵"，几何计算快、参数少，但缺乏主动绕障能力。工程选型的思路是：场景简单选 RPP 上线快，场景复杂且动态障碍多选 DWB，练习第 5 题的对比实验正是围绕这张表设计的。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旁白：MPPI 的思路完全不同：它不逐一评分仿真轨迹，而是对控制序列加噪声采样上千条，按代价加权平均出最优控制——更像"大数据投票"。噪声标准差决定探索范围，代价权重决定避障与跟路的取舍。官方提醒选型看底盘与环境：狭窄密集用采样类（DWB/MPPI），直径受限考虑 TEB/MPPI，追求平滑与精度选 RPP。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旁白：调参从车身和场景出发：差速车体面速度慢、横摆能力好，阿克曼相反；再按环境缩放。前瞻距离的经验公式（3 倍速度 + 2 倍车长，按控制频率修正）可直接套用，最终限幅 0.3 到 3 米。排障用命令四件套：param describe 查参数、param set 热调、echo trajectory_details 看轨迹评分、echo /cmd_vel 看输出速度，RViz 加 Local Plan 与 Trajectories 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旁白：仿真验证把本章知识串成一条链路：全局路径经 controller_server 交给 DWB，DWB 参考局部代价地图输出 /cmd_vel，Gazebo 底盘执行后通过 /odom 反馈位姿。观察要点是发送目标后 /cmd_vel 是否持续更新、RViz 中 Local Costmap 是否随障碍变化。控制器常见故障是缺 TF——没有 odom 到 base_link 的变换，控制器只会等待，检查仿真桥与 TF 树即可。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旁白：本章要点共六条，覆盖概述、架构、算法、配置、调试与仿真等环节。请同学们对照检查：能否用一句话说出 DWA 与 DWB 的关系、RPP 的三类调节分别解决什么问题，并完成仿真实例与课后练习第 5 题（DWB/RPP 对比实验）。下一组轮到的同学请提前准备练习题的讲评。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旁白：课后练习共 6 题，覆盖原理、编程、分析、配置、操作与设计。第 1、2 题对应 DWA 原理与实现，第 3 题是 DWB 与 RPP 的对比分析，第 5 题在仿真中操作对比两种控制器，第 6 题结题设计题适合进阶挑战。下章进入第 20 章行为树与恢复行为。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：ROS2 Python 编程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：第19章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：2 课时（90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教学方式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254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DWA（动态窗口法）算法的原理与 Python 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Regulated Pure Pursuit 控制器的工作机制与配置方法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熟悉局部路径规划的轨迹评价（评分）方法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能够在 Nav2 中配置 DWB 和 RPP 控制器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MPPI、TEB 等控制器的选型依据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掌握局部规划参数调优与调试方法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局部路径规划概述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局部规划的任务；与全局规划的差异；四大核心挑战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局部路径规划是在全局路径的引导下，根据传感器实时信息生成安全的速度指令，实现动态避障和路径跟踪。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全局路径规划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局部路径规划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规划范围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整个地图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机器人周围（数米）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已知地图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实时传感器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更新频率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 (1-2 Hz)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 (10-50 Hz)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规划目标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最短路径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路径跟踪+避障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路径点序列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速度指令 (v, ω)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36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局部规划的核心挑战：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57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实时性：需要在毫秒级生成控制指令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安全性：必须避开动态障碍物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98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平滑性：速度变化不能太剧烈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可达性：满足机器人运动学约束（差速 / 阿克曼）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839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局部控制器与 controller_server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FollowPath 动作服务；插件化加载；全局低频、局部高频的解耦设计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的 controller_server 是一个 FollowPath Action 服务器：全局规划器只负责给出路径，实际的速度指令由插件加载的控制器在最新代价地图上计算。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默认控制频率 controller_frequency：20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控制前检查目标位姿与 TF 是否就绪，未就绪直接返回失败，由行为树接管恢复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「控制器报错先查上游」：即先确认全局路径、代价地图与 TF 是否正常</a:t>
            </a:r>
          </a:p>
        </p:txBody>
      </p:sp>
      <p:pic>
        <p:nvPicPr>
          <p:cNvPr id="12" name="Picture 11" descr="nav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423" y="4590288"/>
            <a:ext cx="2604209" cy="16276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图：Nav2 架构中 controller_server 与规划器、行为树的关系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支持的局部控制器插件：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7077455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DWB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动态窗口法 + 评分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功能最全，可定制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通用场景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Regulated Pure Pursuit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调节纯追踪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简单可靠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差速/阿克曼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MPPI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模型预测路径积分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采样+并行优化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高端动态场景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TEB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时间弹性带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考虑时间最优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复杂环境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875995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DWA 动态窗口法原理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速度空间采样；动态窗口三层约束；四步选优流程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DWA（Dynamic Window Approach）在速度空间中采样，预测每条轨迹的未来状态，通过评分选择最优速度指令。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354787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生成速度采样窗口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考虑最大/最小速度限制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考虑加速度限制（动态窗口）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考虑安全停止距离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对每组速度 (v, ω) 模拟轨迹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使用运动模型前向模拟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预测未来N步的位姿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评估每条轨迹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方向评分（与目标对齐）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障碍物评分（最小距离）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速度评分（鼓励高速）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路径评分（与全局路径对齐）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4. 选择最优速度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加权求和各评分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选择综合得分最高的速度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动态窗口 = 速度极限 ∩ 加速度极限 ∩ 安全停止距离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8397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速度极限：[min_speed, max_speed] × [-max_yaw_rate, max_yaw_rate]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552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加速度极限：当前速度 ± 一个 dt 内可达到的变化量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973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安全停止：能及时停下而不碰撞的速度范围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394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DWA 的 Python 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动态窗口计算；轨迹前向模拟；核心 API 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动态窗口计算——取三组约束的交集：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0592"/>
            <a:ext cx="11094415" cy="41010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_calc_dynamic_window(self, state: np.ndarray) -&gt; tuple: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 = state[3]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 = state[4]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运动学极限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vs = [self.min_speed, self.max_speed,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-self.max_yaw_rate, self.max_yaw_rate]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加速度极限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vd = [v - self.max_accel * self.dt,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v + self.max_accel * self.dt,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w - self.max_delta_yaw_rate * self.dt,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w + self.max_delta_yaw_rate * self.dt]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取交集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v_min = max(vs[0], vd[0])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v_max = min(vs[1], vd[1])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w_min = max(vs[2], vd[2])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w_max = min(vs[3], vd[3])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v_min, v_max, w_min, w_max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796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轨迹前向模拟——用运动模型推进 N 步：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100316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_predict_trajectory(self, state: np.ndarray, v: float,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w: float) -&gt; np.ndarray: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x, y, theta = state[0], state[1], state[2]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traj = [(x, y, theta)]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time = 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while time &lt; self.predict_time: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x += v * np.cos(theta) * self.dt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y += v * np.sin(theta) * self.dt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theta += w * self.dt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time += self.dt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traj.append((x, y, theta))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np.array(traj)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2732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主流程 plan()：生成窗口 → 按 v_resolution/w_resolution 采样 → 逐条预测与评分 → 取最高分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9865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DWA 评分机制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四个评分项；碰撞惩罚；加权综合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每条模拟轨迹按四个维度评分，加权求和后取最高分：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目标方向评分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轨迹终点朝向与目标方向的角度差（归一化到 [0,1]）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引导机器人朝目标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障碍物距离评分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轨迹到最近障碍物的距离，距离 &lt; 0.2m 视为碰撞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保证安全避障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速度评分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 / max_speed，并对过度旋转施加惩罚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鼓励高效行进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路径跟踪评分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轨迹点与全局路径的平均距离（距离越小分越高）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贴合全局路径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加权综合公式：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5371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total_score = alpha_heading * heading_score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 alpha_dist   * obstacle_score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 alpha_velocity * speed_score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+ alpha_path   * path_score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设计要点：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35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距离 &lt; 0.2m 判定碰撞，直接返回 -inf 淘汰该轨迹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速度评分对旋转惩罚：v_score * (1.0 - 0.3 * w_penalty)，鼓励直线高速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2694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权重 alpha_* 决定行为偏向：调大 alpha_dist 更保守避障，调大 alpha_path 更贴路径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982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DWB 控制器与配置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DWA 的 Nav2 升级版；三大核心组件；critics 插件化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DWB（Dynamic Window Based）是 Nav2 中 DWA 的升级实现，增加了更多可配置的评分器（Critic）。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DWB 核心组件：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Critics（评分器）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：评估轨迹的各项指标，可自由组合与加权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Goal Checker（目标检查器）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：判断是否到达目标（xy 与 yaw 容差）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Oscillation Handler（振荡处理器）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：防止前进-后退来回振荡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典型 critics 组合（YAML 节选）：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24144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FollowPath: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plugin: "dwb_core::DWBLocalPlanner"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min_vel_x: 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max_vel_x: 0.5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max_vel_y: 0.0           # 差速机器人，无侧向运动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max_vel_theta: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vx_samples: 20           # 线速度采样数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vtheta_samples: 40       # 角速度采样数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sim_time: 1.5            # 仿真时长(s)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sim_granularity: 0.025   # 仿真步长(m)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critics: [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"RotateToGoal", "Oscillation", "BaseObstacle",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"GoalAlign", "PathAlign", "PathDist", "GoalDist"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90982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各评分器用 CriticName.scale 设置权重，如 BaseObstacle.scale: 32.0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9811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Goal Checker：xy_goal_tolerance: 0.1、yaw_goal_tolerance: 0.1（rad）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0524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DWB 评分器详解与调优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常用 critic 的功能；约 20 个内置 critic；调优先粗后精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内置约 20 个 critic，常用组合与作用：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Critic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典型权重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BaseObstacle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碰撞拒绝：轨迹栅格代价 ≥254 直接淘汰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PathAlign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路径对齐：轨迹点与全局路径的距离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PathDist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到全局路径的接近度（另一视角）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GoalAlign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终点朝向与目标对齐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GoalDist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轨迹终点到目标点的距离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RotateToGoal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原地转向对准目标（终段使用）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Oscillation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抑制前进-后退抖动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0657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官方调优指南的顺序：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先只开启碰撞类与目标类 critic，保证「基本可达」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7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再逐个加入精细 critic（PathAlign、Oscillation 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20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逐步调整权重，避免多目标互相抵消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0408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典型场景权重：狭窄走廊强化 PathAlign；开阔大厅强化 GoalAlign；动态障碍场景强化 BaseObstacle 并加 Oscillation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046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Pure Pursuit 基本原理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前瞻点跟踪；圆弧拟合；曲率公式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Pure Pursuit 是一种基于几何追踪的路径跟踪算法，通过追踪路径前方的一个目标点来引导机器人。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在全局路径上找到前瞻点（lookahead point）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距离机器人当前位置为 lookahead_distance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计算机器人到前瞻点的转角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使用圆弧拟合，圆弧经过机器人和前瞻点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输出速度指令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线速度：根据曲率自适应调节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- 角速度：圆弧曲率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10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曲率计算公式：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30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γ = 2 * sin(α) / 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其中: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α: 机器人朝向与前向量之间的夹角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L: 前瞻距离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γ: 曲率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控制量: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ω = v * γ (角速度 = 线速度 × 曲率)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9807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关键特征：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9187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只有一个几何参数（前瞻距离）决定行为：前瞻小→转弯更紧但易振荡；前瞻大→轨迹平滑但切弯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631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不做速度采样、不评估多条候选，计算开销远低于 DWB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9052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Regulated Pure Pursuit 实现与配置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曲率调节与代价调节；速度自适应前瞻；碰撞检测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RPP 在经典纯追踪之上增加两种调节，并支持按速度缩放前瞻距离：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曲率调节（use_regulated_linear_velocity）：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7121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curvature_factor = 1.0 - abs(curvature) * curvature_weight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velocity *= max(curvature_factor, 0.3)    # 曲率越大速度越低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代价调节（use_cost_regulated_linear_velocity）：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cost_factor = 1.0 - (cost / 254.0) * cost_scaling_gain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velocity *= max(cost_factor, 0.1)         # 靠近障碍物减速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023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关键参数：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5522976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desired_linear_vel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期望线速度 (m/s)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max_linear_vel / min_linear_vel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/ 0.05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线速度上下限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lookahead_dist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基础前瞻距离 (m)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min/max_lookahead_dist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 / 2.0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前瞻距离区间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use_velocity_scaled_lookahead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true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按速度缩放前瞻：快更快看远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max_allowed_curvature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曲率上限（阿克曼/大曲率受限）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use_collision_detection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true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开启前向碰撞检查（碰撞检查距离 0.5m）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7845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DWB vs RPP 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两控制器特性对照；选型依据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DWB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RPP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算法基础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动态窗口法 + 多评分器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纯追踪 + 速度调节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计算复杂度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高（评分器多）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低（几何计算）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参数数量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多（大量评分器参数）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少（简单直观）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平滑性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狭窄通道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中（需要调前瞻参数）</a:t>
                      </a:r>
                    </a:p>
                  </a:txBody>
                  <a:tcPr marL="50800" marR="50800" marT="12700" marB="12700" anchor="ctr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动态环境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好（实时避障）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中（被动反应）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调试难度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难（参数多）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易（参数少）</a:t>
                      </a:r>
                    </a:p>
                  </a:txBody>
                  <a:tcPr marL="50800" marR="50800" marT="12700" marB="12700" anchor="ctr"/>
                </a:tc>
              </a:tr>
              <a:tr h="27432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简单可靠场景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268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选型建议：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47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追求功能全面、场景多变 → DWB（评分器可定制）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追求简单可靠、快速部署 → RPP（差速/阿克曼均可）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密集动态环境优先采样类控制器（DWB），平滑跟踪优先 RPP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MPPI 控制器与选型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采样式模型预测控制；并行优化；控制器插件生态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MPPI（Model Predictive Path Integral）是一种基于采样的模型预测控制方法：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核心思想：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对控制序列进行多次采样（加入噪声），前向模拟每条采样序列的未来状态，根据代价函数计算每条序列的权重，加权平均生成最优控制序列，执行第一个控制指令后重复。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可处理非线性动力学，自然支持并行计算（GPU 加速），对模型误差鲁棒，适合复杂动态环境。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关键参数：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882896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samples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采样数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time_steps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预测步数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时间步长 (s)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vx_std / wz_std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 / 0.4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速度噪声标准差（探索幅度）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obstacle_cost_weight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避障代价权重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path_cost_weight / goal_cost_weight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 / 5.0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路径与目标代价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9311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官方选型要点：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除 DWB、RPP 外还有 TEB（时间弹性带，支持倒车与阿克曼）、Rotation Shim（先原地转向再交给下层控制器）等；Jazzy 版本起 MPPI 成为默认控制器。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936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参数调优与调试命令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速度参数按场景推荐；前瞻距离三原则；DWB 权重按场景切换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速度参数推荐（全向/差速 vs 阿克曼、环境修正）：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推荐做法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差速机器人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max_linear_vel 0.5、max_angular_vel 1.0、acc_lim_x 2.5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阿克曼机器人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max_linear_vel 0.8、max_angular_vel 0.5、acc_lim_x 1.5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狭窄环境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线速度乘 0.6、加速度乘 0.7（低速高转向）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开阔环境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线速度乘 1.2（发挥高速）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1330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前瞻距离三原则：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速度越快前瞻越远（3 倍速度打底）、控制频率越高可适当缩短、车体越长前瞻越远（2 倍车长）——最终限幅在 [0.3, 3.0] 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调试命令：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66944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查看当前控制器参数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describe /controller_server FollowPath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动态调整速度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set /controller_server FollowPath.max_vel_x 0.3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查看轨迹细节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/controller_server/trajectory_details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查看速度指令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/cmd_vel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RViz2中可视化：添加 Local Plan, Trajectories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8439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仿真结合实例：控制器跟踪路径并输出速度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 Nav2 仿真中观察 DWB 控制器、局部代价地图与 /cmd_vel 的关系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运行步骤：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/opt/ros/jazzy/setup.bash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install/setup.bash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navigation_sim_demo_ros2 nav2_demo.launch.py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use_gazebo:=true use_rviz:=true gz_headless:=false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4487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/cmd_vel --once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/odom --once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info /scan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64607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观察结果：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8523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发送导航目标后，控制器根据路径输出速度指令；RViz 同时显示 Local Costmap 和路径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984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若没有 odom → base_link TF，控制器会等待变换，需先检查 Gazebo 桥和 TF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7116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控制器参数位于 src/navigation_sim_demo_ros2/params/nav2_params.yaml</a:t>
            </a:r>
          </a:p>
        </p:txBody>
      </p:sp>
      <p:pic>
        <p:nvPicPr>
          <p:cNvPr id="15" name="Picture 14" descr="ch11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065" y="7424927"/>
            <a:ext cx="3474924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86136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图：Nav2 仿真中控制器跟踪路径并发布速度指令</a:t>
            </a:r>
          </a:p>
        </p:txBody>
      </p:sp>
      <p:pic>
        <p:nvPicPr>
          <p:cNvPr id="17" name="Picture 16" descr="ch11_nav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007" y="8961120"/>
            <a:ext cx="3695040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101498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局部路径规划在全局路径引导下以 10-50 Hz 生成速度指令，controller_server 以 20 Hz 插件化加载控制器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DWA 在「速度极限 ∩ 加速度极限 ∩ 安全停止」的动态窗口内采样，前向模拟轨迹并按四维加权评分选优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DWB 是 DWA 的插件化升级：critics 组合 + Goal Checker + Oscillation Handler，内置约 20 个评分器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Pure Pursuit 以曲率 γ = 2sin(α)/L 追踪前瞻点；RPP 增加曲率调节、代价调节与速度自适应前瞻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MPPI 以千级采样 + 加权平均求最优控制，适合非线性与动态环境，Jazzy 起为默认控制器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调参按「速度→前瞻→评分权重」顺序进行，调试用 param/param set 与 trajectory_details、/cmd_vel 话题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局部路径规划（P17）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局部路径规划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：说明 DWA 算法中动态窗口的定义，阐述为什么需要结合速度极限、加速度极限和安全停止距离来生成动态窗口。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：实现 DWA 局部路径规划器，包含速度空间采样、轨迹预测和评分函数，并在仿真环境中测试避障效果。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：比较 DWB 和 Regulated Pure Pursuit 的异同，分析两种控制器在不同场景下的适用性。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：为差速机器人在走廊环境配置 DWB 控制器参数，要求能够顺利通过 0.8m 宽的走廊并保持稳定的导航行为。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：在仿真环境中分别使用 DWB 和 RPP 控制器进行导航，对比两种控制器在路径跟踪精度和安全避障方面的表现。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：设计一个自适应控制器切换策略：在宽阔区域使用 RPP 提高效率，在狭窄通道切换到 DWB 提高通过能力，并给出切换条件和参数过渡方案。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