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旁白：从这一章开始我们进入机械臂运动规划部分。MoveIt2 是 ROS 2 生态中最主流的机械臂规划框架，前面建模章节生成的 URDF/Xacro 模型正是它的输入。本章先建立整体框架，下一章再深入 Python 编程细节。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旁白：本章覆盖"配置—编程—规划—避障—运行"完整链路。重点是三条主线：一是用 Setup Assistant 生成配置包，二是用 MoveItPy 写规划程序，三是理解 OMPL 与碰撞检测的原理。学完应能独立完成一次从配置到执行的机械臂运动。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旁白：这张官方架构图的核心是中间的 move_group：它像"总调度台"，上面接用户接口，下面管规划器和控制器。注意看它的三对接口——用户代码不直接碰硬件，而是通过 action/service/topic 与 move_group 通信，这也是三种使用方式（C++、Python、GUI）的共同入口。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旁白：左边表格记来源：模型和语义来自参数服务器，其余三个 yaml 都由配置包提供，Setup Assistant 就是帮我们生成它们。右边规划场景四要素中，CollisionObjects 是我们编程时最常打交道的——往场景里"放"箱子、圆柱，规划器就会自动绕开它们。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旁白：把这张图和上面的七步流程对照着看：请求进来先被 planning_adapters 修正起始状态，然后才轮到 OMPL 搜索路径。特别强调最后一步 AddTimeParameterization——OMPL 只给几何路径，轨迹上每个点的时间、速度、加速度都是时间参数化补上的，这也是为什么限速参数要单独设置。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旁白：Setup Assistant 是图形化向导，八步走完生成完整配置包。本页是前四步：加载模型后立刻生成自碰撞矩阵——base_link 和远处连杆物理上不可能碰到，提前免检能省大量计算；虚拟关节负责把机器人"钉"在世界坐标系上；规划组是后续一切规划的单位。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旁白：规划组配置里 kinematics.yaml 指定 KDL 求解器（搜索分辨率 0.005、超时 0.005）；预设位姿 home、retract 是最常用的命名目标。生成的配置包里 config 目录五个 yaml 各司其职，launch 目录负责启动。改关节限位就到 joint_limits.yaml 里调 max_velocity。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旁白：这段骨架代码体现 MoveItPy 的三段式：先 set_joint_value_target 设目标，再 plan() 得到规划结果，最后 execute() 执行轨迹。构造 PlanningComponent 时传入规划组名和末端 link；两条 tolerance 和两条 scaling_factor 分别控制精度与速度，工程上常用 0.5 起步防止动作过猛。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旁白：这张表按三类记忆：前两页的 set_* 是"去哪"，plan/execute 是"怎么去"，get_current_* 是"现在在哪"。官方 MoveItPy 教程的典型结构——加载 robot description、定义初始姿态、多次随机查询并统计规划时间——直接对应课后练习第 2 题，注意体会 plan() 返回结果需要判空再执行。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旁白：RRT 的关键是"边采样边长树"：每轮随机采一个点、找最近节点、朝它扩一步、做碰撞检查，无碰撞就入树，直到够到目标。RRTConnect 更聪明——起点终点各长一棵树，两头同时扩展再对接，所以收敛最快、工业上用得最广。选型记住三个代表：RRTConnect 求快、RRT* 求优、PRM 适合重复查询。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旁白：yaml 里 range 是每次扩展的步长，goal_bias 是朝目标"作弊"的概率，max_planning_time 是硬性截断。代码里用 planner_id 切换算法、planning_time 给足时间。权衡表说明时间就是质量：给 10 秒规划又稳又好，但实时性场景只能给 0.5 秒，要按任务取舍。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旁白：三类检测对象不同：自碰撞靠免检矩阵省算力，环境碰撞靠场景里的 CollisionObjects，附着碰撞管的是夹爪里夹着的工件。免检对的 reason 有 Never（永远碰不到）和 Adjacent（相邻连杆必然接触）两类。padding 给物体加 1 厘米安全余量，宁可保守也别擦碰。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旁白：障碍物编程的套路是"一个对象 + 一种形状 + 一个位姿"：CollisionObject 携带 id 和 ADD 操作，SolidPrimitive 给尺寸，PoseStamped 给位置，提交给规划场景即可。表格里三种基本形状的 dimensions 顺序容易记混，圆柱是先高度后半径。特别注意添加之后不用写避障代码，规划器会自动把障碍物纳入约束。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旁白：两条命令的区别在"有没有 Gazebo"：第一条是纯 MoveIt + RViz 的 mock 模式，规划演示最快；第二条补齐了 gz_ros2_control 控制链，可以用 list_controllers 验证控制器是否在线。RViz 的 MotionPlanning 面板里选 xarm 规划组、拖动目标关节、点 Plan 即可看到轨迹。真机部署需要厂商驱动并迁移配置，切勿直接上实体臂。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旁白：这一页是全章骨架，建议按"架构—配置—编程—算法—避障—运行"六层记忆。最需要动手巩固的是两条：Setup Assistant 完整走一遍八步，MoveItPy 写通一次规划执行；其余如规划器调参、障碍物编程都是在这些骨架上加细节。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旁白：练习 1、2 对应配置与编程两条主线，务必实际运行；练习 3 是对比实验，建议固定同一起止状态，分别统计成功率和路径长度；练习 4 结合了障碍物编程与碰撞检测两类 API；练习 5 是口头梳理题，能独立画出七步流程图才算真正掌握。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旁白：本章搭建了 MoveIt2 的整体框架并完成了第一次规划，下一章我们正式进入 Python 规划编程：把目标设定、规划执行、状态查询的 API 组合成完整程序，并结合官方教程项目逐个模块拆解。请先确保本章仿真环境能正常启动，下章代码将直接在此基础上展开。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26 章 MoveIt2 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内容：MoveIt2 架构、Setup Assistant 配置、MoveGroupInterface 编程、OMPL 规划器、碰撞检测、仿真启动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66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MoveIt2 架构设计与 move_group 中枢作用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Setup Assistant 配置流程与配置包结构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学会使用 MoveItPy（MoveGroupInterface）编程接口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OMPL 规划算法原理与规划器配置方法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掌握碰撞检测的配置、使用与障碍物编程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学会启动 MoveIt2 + RViz/Gazebo 仿真环境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MoveIt2 概述与整体架构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move_group 中枢节点；三种使用方式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MoveIt2：ROS 2 环境下最主流的机械臂运动规划框架，MoveIt 的升级版本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集成运动规划、控制、3D 感知、运动学成果，提供易用的机器人应用开发平台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核心是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move_group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节点：把所有系统组件组合在一起，对外只暴露 ROS 2 接口（action、service、topic）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三种使用方式：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877056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使用方式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依赖包/工具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C++ API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move_group_interface 包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API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moveit_py 包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GUI 交互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RViz2 MotionPlanning 插件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pic>
        <p:nvPicPr>
          <p:cNvPr id="12" name="Picture 11" descr="move_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240" y="5248656"/>
            <a:ext cx="1560575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437376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move_group 对外提供操作与服务，对内协调规划器、场景与控制器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7848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配置参数与规划场景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五大配置来源；PlanningScene 四要素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move_group 运行所需的配置参数：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robot_description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URDF 机器人模型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参数服务器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robot_description_semantic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SRDF 语义模型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参数服务器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kinematics.yaml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运动学求解器配置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MoveIt 配置包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joint_limits.yaml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关节限制配置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MoveIt 配置包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ompl_planning.yaml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OMPL 规划器配置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MoveIt 配置包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23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规划场景 PlanningScene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是环境模型的核心概念，包含四个要素：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36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RobotState：当前机器人状态（各关节位置）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57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CollisionObjects：环境中的碰撞物体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AttachedCollisionObjects：附着在机器人上的物体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98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OccupancyMap：环境占用地图</a:t>
            </a:r>
          </a:p>
        </p:txBody>
      </p:sp>
      <p:pic>
        <p:nvPicPr>
          <p:cNvPr id="14" name="Picture 13" descr="planning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182" y="6419088"/>
            <a:ext cx="1872691" cy="1097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1520" y="76078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规划场景 = 机器人当前状态 + 环境中的碰撞物体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79552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运动规划流程与流水线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七步规划流程；规划适配器先修正后时间参数化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用户设定目标 → move_group 接收请求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查询规划场景（当前状态 + 环境）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调用运动学求解器（IK/FK）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调用运动规划器（OMPL 等）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碰撞检测验证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返回规划轨迹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→ 通过控制器执行轨迹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官方文档将 move_group 称为系统唯一"上帝节点"，持有机器人模型、规划场景、规划流水线与控制器管理器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736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流水线级联机制：planning_adapters（如 FixStartStateBounds、AddTimeParameterization）先修正请求再交给规划器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932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OMPL 输出的是"关节路径"，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时间参数化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才赋予速度与加速度</a:t>
            </a:r>
          </a:p>
        </p:txBody>
      </p:sp>
      <p:pic>
        <p:nvPicPr>
          <p:cNvPr id="11" name="Picture 10" descr="movei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265" y="5513832"/>
            <a:ext cx="940525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70255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MoveIt 官方规划流水线：请求经适配器修正后交给规划器，再时间参数化输出轨迹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0500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Setup Assistant：安装与配置步骤（上）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三个安装包；加载模型、碰撞矩阵、虚拟关节、规划组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安装MoveIt2完整包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sudo apt install ros-jazzy-moveit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安装MoveIt2 Python API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sudo apt install ros-jazzy-moveit-py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安装Setup Assistant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sudo apt install ros-jazzy-moveit-setup-assistant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启动Setup Assistant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moveit_setup_assistant setup_assistant.launch.py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764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加载机器人模型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：Create New MoveIt Configuration Package，选择 URDF/Xacro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97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生成自碰撞免检矩阵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：自动检测不可能碰撞的连杆对，减少规划计算量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10328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base_link ↔ link2: 距离远，永不碰撞 → 免检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link1   ↔ link2: 相邻连杆，碰撞检测 → 需检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添加虚拟关节（可选）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：把基座标系连接到世界坐标系（&lt;virtual_joint&gt; type="fixed" parent_frame="world"）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6751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添加规划组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：基于关节或基于连杆两种配置方式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0957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配置步骤（下）与配置包解析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规划组求解器与预设位姿；生成的配置包目录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步骤5 添加末端执行器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：&lt;end_effector name="gripper_ee" parent_link="link5" parent_group="arm_group" group="gripper"/&gt;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步骤6 添加预设位姿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：SRDF 中保存命名位姿，供 set_named_target("home") 直接调用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28416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&lt;group_state name="home" group="arm_group"&gt;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&lt;joint name="joint1" value="0"/&gt;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&lt;joint name="joint2" value="0"/&gt;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&lt;joint name="joint3" value="0"/&gt;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&lt;/group_state&gt;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9087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步骤7 ROS2 Control 配置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：controller_list 声明 arm_controller / gripper_controller 及其关节，action 类型 FollowJointTrajectory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96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步骤8 生成配置包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，目录结构：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117336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generated_moveit_config/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 config/   # arm.srdf、kinematics.yaml、joint_limits.yaml、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          # ompl_planning.yaml、fake_controllers.yaml…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 launch/   # move_group.launch.py、demo.launch.py…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 rviz/     # moveit.rviz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4797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joint_limits.yaml：max_velocity: 0.5、max_acceleration: 0.5——限制每个关节的速度与加速度上限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819302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MoveGroupInterface 编程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MoveItPy 初始化；set target → plan → execute 三段式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41010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moveit.planning import MoveItPy, PlanningComponent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MoveGroupDemo(Node):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super().__init__('move_group_demo')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初始化MoveItPy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self.moveit = MoveItPy(node_name='moveit_py')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获取规划组件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self.arm = PlanningComponent(self.moveit, 'arm_group', 'link5')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# 配置规划参数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self.arm.set_goal_position_tolerance(0.01)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self.arm.set_goal_orientation_tolerance(0.01)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self.arm.set_max_velocity_scaling_factor(0.5)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self.arm.set_max_acceleration_scaling_factor(0.5)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plan_to_joint_target(self, joint_values):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self.arm.set_start_state_to_current_state()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self.arm.set_joint_value_target(joint_values)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plan_result = self.arm.plan()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if plan_result: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self.arm.execute(plan_result.trajectory)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31052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C++ 侧对应 moveit::planning_interface::MoveGroupInterface move_group(node, "arm_group")，同样 setJointValueTarget → plan → execute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295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常用 API 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目标设置、规划执行、状态查询三类 API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9344"/>
          <a:ext cx="1109441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set_joint_value_target()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设置关节目标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关节角度列表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set_pose_target()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设置末端位姿目标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Pose对象/Stamped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set_named_target()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设置命名位姿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位姿名称字符串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plan()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规划轨迹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可选规划器ID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execute()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执行轨迹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规划结果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get_current_pose()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获取当前位姿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末端link名称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get_current_joint_values()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获取当前关节值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set_goal_tolerance()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设置容忍度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位置+姿态容忍度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set_max_velocity_scaling_factor()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速度缩放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0.0~1.0</a:t>
                      </a:r>
                    </a:p>
                  </a:txBody>
                  <a:tcPr marL="50800" marR="50800" marT="12700" marB="12700" anchor="ctr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set_max_acceleration_scaling_factor()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加速度缩放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0.0~1.0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754880"/>
            <a:ext cx="11094415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 MoveItPy 路线要点：绕开 move_group 进程，直接在应用进程内构造 PlanningSceneMonitor 与 MoveItPy 对象；用 PlanComponents 组装请求，plan() 返回带轨迹的结果，execute() 走 FollowJointTrajectory action；还支持离线"免状态监视"模式，适合练手与单元测试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459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OMPL 运动规划算法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基于采样的规划库；RRTConnect 双树收敛快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OMPL（Open Motion Planning Library）：MoveIt2 默认规划算法库，基于采样，在高维配置空间中搜索可行路径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203911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RRT算法流程：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1. 初始化树T，包含起始节点q_start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2. 循环直到到达目标或超时：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a. 随机采样q_rand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b. 找到T中最近的节点q_near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c. 沿q_near→q_rand方向扩展一步得到q_new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d. 检查q_near→q_new路径是否无碰撞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e. 若无碰撞，将q_new加入T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f. 若q_new接近目标，返回路径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489704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算法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RRTConnect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双向RRT，收敛快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通用场景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PRM*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渐进最优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多查询场景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RRT*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渐进最优RRT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需要最优路径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EST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基于扩展空间树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狭窄通道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KPIECE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基于单元分割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高维空间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830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规划器配置与时间权衡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planner_id 指定算法；规划时间换成功率与路径质量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ompl_planning.yaml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arm_group: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planner_configs: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- RRTConnectkConfigDefault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default_planner_config: RRTConnectkConfigDefault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RRTConnectkConfigDefault: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type: geometric::RRTConnect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range: 0.1            # 扩展步长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goal_bias: 0.1        # 目标偏置概率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max_planning_time: 1.0  # 最大规划时间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78808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plan_result = self.arm.plan(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planner_id='RRTConnectkConfigDefault',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planning_time=10.0,  # 最大规划时间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max_attempts=100,    # 最大尝试次数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5541264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planning_time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成功率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路径质量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快速运动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较好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常规任务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10.0s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最优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精密操作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91286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官方建议：RRTConnect 是"双树连接"式单查询规划器，成功率与速度平衡最好；RRT* 渐进最优但需大量采样收敛，常配限时截断；PRM 一次建图多次查询，适合固定环境重复抓取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9187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碰撞检测机制与配置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FCL/Bullet 后端；三类碰撞检测；SRDF 免检对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MoveIt2 使用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FCL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（Flexible Collision Library）和 Bullet 进行碰撞检测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三种碰撞检测模式：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自碰撞检测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：机器人连杆之间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环境碰撞检测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：机器人与环境物体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附着物体碰撞检测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：附着在机器人上的物体与环境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SRDF 中定义免检对减少计算量：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25696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&lt;disable_collisions link1="base_link" link2="link2" reason="Never"/&gt;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&lt;disable_collisions link1="base_link" link2="link4" reason="Adjacent"/&gt;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84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配置碰撞参数：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605272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collision_detection: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type: "FCL"          # 碰撞引擎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padding: 0.01        # 碰撞安全余量（米）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scale: 1.0           # 碰撞缩放比例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7665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障碍物编程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CollisionObject 三种基本形状；ADD/REMOVE 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编程检测：CollisionRequest（contacts=True，max_contacts=10）+ CollisionResult，调用 planning_scene.check_collision() 后遍历 contacts 输出碰撞对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添加障碍物：构造 CollisionObject（operation=ADD），配合 SolidPrimitive 设置形状与尺寸，process_collision_object(co) 提交；REMOVE 操作移除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206240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形状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dimensions 参数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用途示例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BOX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[x, y, z] 三维尺寸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桌面、挡板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CYLINDER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[height, radius]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立柱、瓶体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SPHERE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[radius]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球形障碍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577840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官方约定：碰撞对象分三类——环境物体（collision object）、附着物体（attached body，随末端执行器移动）、自碰撞（self-collision）；合法形状为 box、sphere、cylinder、convex、mesh buffer；添加到规划场景后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规划器自动避让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876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启动 MoveIt2 仿真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两条仿真入口；MoveItConfigsBuilder 加载配置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课程提供的 xArm6 MoveIt + RViz（mock components，不启动 Gazebo）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xarm_ros2_arm_only arm_only_move_group.launch.py use_rviz:=true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课程提供的 Gazebo Harmonic + ros2_control + MoveIt2 仿真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xarm_ros2_arm_only arm_only.launch.py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验证 Gazebo 控制链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control list_controllers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75304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arm_only_move_group.launch.py：使用 MoveItConfigsBuilder 加载 URDF/Xacro、SRDF、运动学、关节限位和 OMPL 配置，启动 move_group 与可选 RViz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811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arm_only.launch.py：在此基础上增加 Gazebo Harmonic、gz_ros2_control、控制器生成和机器人 spawn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943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配置文件位于 src/xarm/config/，启动文件位于 src/xarm/launch/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076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注意：本仓库仅配置仿真，不提供真实硬件驱动入口，不要用仿真命令控制实体机械臂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282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move_group 是 MoveIt2 的中枢"上帝节点"，集成机器人模型、规划场景、规划流水线与控制器管理器，提供 C++、Python、GUI 三种使用方式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Setup Assistant 八步生成配置包：加载 URDF → 自碰撞矩阵 → 虚拟关节 → 规划组 → 末端执行器 → 预设位姿 → 控制器 → Generate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MoveItPy 编程三段式：set_joint_value_target/set_pose_target → plan() → execute()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136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OMPL 默认算法 RRTConnect（双树收敛快）；RRT* 渐进最优、PRM 适合多查询；planning_time 越长成功率与路径质量越高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2686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碰撞检测默认 FCL 后端，分自碰撞、环境碰撞、附着物体三类，SRDF 免检对节省计算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009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规划场景可编程添加 BOX/CYLINDER/SPHERE 障碍物，添加后规划器自动避让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53328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仿真入口：arm_only_move_group.launch.py（RViz mock）与 arm_only.launch.py（Gazebo + ros2_control）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70591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使用 MoveIt2 Setup Assistant 为一个六自由度机械臂配置 MoveIt2 环境，生成完整的配置包。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编写 Python 程序，使用 MoveItPy API 控制机械臂运动到多个关节目标位置，并记录规划时间。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修改 ompl_planning.yaml 配置文件，设置不同的规划器（RRTConnect、PRM、RRT*），比较各规划器的规划成功率和路径质量。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编写程序在规划场景中添加障碍物（盒体、球体、圆柱体），测试碰撞检测功能。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解释 MoveIt2 的完整运动规划流程，从用户请求到轨迹执行的各个步骤。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第26章 PPT：MoveIt2 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第 27 章：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MoveIt2 Python 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深入 MoveItPy API 的完整编程模型：关节目标、位姿目标、命名目标三种设定方式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学习 config_files 与官方 MoveItPy Tutorial Suite 的六大组件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完整的规划-执行-验证闭环 Python 程序实践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