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旁白：本章把传统颜色检测与深度学习检测放在同一框架下讲解，两种方法最终都归一到 vision_msgs 标准消息。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旁白：学习目标与传统视觉章节衔接，也承接后面的手眼标定与抓取应用。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旁白：强调 H 是环形的，所以红色会同时出现在 0 附近和 180 附近，这是后面双区间合并的原因。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旁白：表格对应教学文档中的 HSV 参数表；开运算去掉孤立白点，闭运算填补目标内部黑洞。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旁白：节点把处理链封装在回调里，result 用于调试显示，mask 用于下游几何计算。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旁白：多颜色检测的本质是同一流程按 HSV 区间复用，工程上用字典管理各颜色参数。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旁白：只需记住输出张量维度与 8400 个预测格点的含义，网络细节交给框架。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旁白：节点内模型只加载一次，回调中只做推理与消息封装，保证帧率。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旁白：选型时用基准曲线权衡 mAP 与 FPS，机器人端优先保证帧率稳定。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旁白：后处理是理解 YOLO 输出的关键，也是部署 ONNX 时必须手写的部分。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旁白：统一消息后，颜色检测与 YOLO 检测可以共用同一套下游抓取逻辑。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旁白：部署链路为 pt 到 onnx 再到 runtime，跨平台部署时 imgsz 与类别顺序都要保持一致。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旁白：产线固定光照用颜色法足够；开放场景目标多样时选 YOLO，两者也可级联使用。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旁白：本章要点是下一章 AR 检测与手眼标定的前置知识，检测输出的位姿将被坐标变换使用。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旁白：练习覆盖调参、后处理、消息封装与实验设计，建议在真机或仿真中完成。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旁白：本章得到的检测框与掩码，下一章将升级为相机系下的 6D 位姿，并通过手眼标定映射到机器人基座系。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16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31 章：颜色检测与YOLO检测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2 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主线：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HSV 颜色检测 → YOLOv8 深度学习检测 → vision_msgs 标准输出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理解 HSV 颜色空间，掌握 inRange 阈值分割与形态学去噪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掌握 ColorDetector 与 MultiColorDetector 两个颜色检测节点的实现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理解 YOLOv8 的推理流程与输出解码（yolo_postprocess）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掌握 YOLOv8Detector 节点与 ONNX 部署方式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会用 vision_msgs 的 Detection2D/Detection2DArray 发布检测结果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能依据官方要点选择 conf/iou/imgsz 等推理参数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HSV 颜色空间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HSV 三通道比 RGB 更符合人眼感知，H 表示色相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OpenCV 取值范围：H 0-180、S 0-255、V 0-255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颜色检测三步：高斯去噪 → inRange 阈值分割 → 轮廓提取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 31-1：HSV 色相环（H 分量在圆环上周期分布）</a:t>
            </a:r>
          </a:p>
        </p:txBody>
      </p:sp>
      <p:pic>
        <p:nvPicPr>
          <p:cNvPr id="10" name="Picture 9" descr="hsv_color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424" y="2871216"/>
            <a:ext cx="3788207" cy="3346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阈值工具与形态学去噪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inRange 得到掩码后，用形态学开闭运算去噪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通道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取值范围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0-180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色相，环形分布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0-255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饱和度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0-255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亮度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809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去噪：cv2.MORPH_ELLIPSE 结构元、kernel (5,5)、先 OPEN 再 CLOSE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941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官方要点：H ∈ [0,180]，红色需取 0-10 与 170-180 两个区间再合并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074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ColorDetector 颜色检测节点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单一颜色的检测、轮廓提取与最小外接矩形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参数：H_min 35、H_max 77、S 43-255、V 46-255（绿色示例）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图像处理：GaussianBlur(7,7,0) → inRange → 形态学开闭 → findContours（过滤 area&lt;500）→ minAreaRect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发布：/color_detection/result 标注图、/color_detection/mask 掩码图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红色双区间与 MultiColorDetector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红色横跨 H 环两端，需两个区间 bitwise_or 合并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红色区间：H 0-10 与 H 170-180，合并后得到完整掩码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MultiColorDetector：按颜色字典批量检测多目标，轮廓过滤 area&lt;300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输出每个颜色的中心点与角度，供抓取或跟踪使用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YOLOv8 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YOLOv8 一步完成分类与回归，端到端输出检测框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输入 640x640，输出 [1,84,8400]：80 类得分 + 4 个框回归值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 31-2：YOLO 网络结构（Backbone-Neck-Head）</a:t>
            </a:r>
          </a:p>
        </p:txBody>
      </p:sp>
      <p:pic>
        <p:nvPicPr>
          <p:cNvPr id="9" name="Picture 8" descr="yolo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823" y="2743200"/>
            <a:ext cx="7967408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YOLOv8Detector 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用 ultralytics 推理并按 ROS 2 消息发布检测结果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model_path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yolov8n.pt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模型权重或 ONNX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confidence_threshold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置信度阈值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use_onnx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false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启用 ONNX Runtime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735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发布：/yolo/detections（Detection2DArray）、/yolo/visualization（标注图）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8678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推理调用：model(frame, conf=..., verbose=False)[0]，读取 boxes.xyxy、boxes.conf、boxes.cls 与 model.names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926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YOLO 性能与基准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模型规模 n/s/m/l/x 越大精度越高、速度越慢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 31-3：YOLO 家族在 COCO 上的 mAP-速度基准曲线</a:t>
            </a:r>
          </a:p>
        </p:txBody>
      </p:sp>
      <p:pic>
        <p:nvPicPr>
          <p:cNvPr id="8" name="Picture 7" descr="yolo_benchm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92" y="2029968"/>
            <a:ext cx="9583871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09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实时机器人系统常选 yolov8n/yolov8s，在 CPU 上也能到可接受帧率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022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yolo_postprocess 后处理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原始输出需转置过滤再 NMS 才是最终检测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[1,84,8400] 转置为 [8400,84]，取每行最大得分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过滤低于置信度的候选，再用 cv2.dnn.NMSBoxes 抑制重叠框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输出映射回原图坐标，得到 (x1,y1,x2,y2,cls,score)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vision_msgs 标准消息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用 Detection2DArray 描述多目标检测结果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安装：sudo apt install ros-jazzy-vision-msgs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核心类型：Detection2D、Detection2DArray、ObjectHypothesisWithPose、BoundingBox2D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BoundingBox2D：center（Pose2D）+ size_x/size_y；ObjectHypothesis 携带 id 与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ONNX 导出与官方推理要点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ONNX 让 YOLO 脱离 Python 框架独立运行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导出：yolo export format=onnx，推理端用 ONNX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官方推理默认：conf=0.25、iou=0.7、imgsz=640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官方要点：imgsz 必须与训练一致；跟踪用 model.track（ByteTrack）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颜色检测与 YOLO 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两者互补：颜色法快而脆，YOLO 稳而重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颜色检测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YOLOv8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HSV 阈值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大规模训练数据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极快（毫秒级）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依赖硬件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鲁棒性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光照敏感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光照/背景鲁棒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掩码 + minAreaRect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检测框 + 类别 + 置信度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HSV：H 0-180、S/V 0-255，红色双区间 0-10 与 170-180 合并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形态学：MORPH_ELLIPSE kernel (5,5)，先 OPEN 再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ColorDetector：GaussianBlur(7,7,0)、findContours area&lt;500、minAreaRect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YOLOv8Detector：conf 0.5，发布 /yolo/detections 与 /yolo/visualization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后处理：[1,84,8400] 转置 + cv2.dnn.NMSBoxes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vision_msgs：Detection2DArray 统一检测结果输出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修改 ColorDetector 的 HSV 参数，把目标从绿色改为蓝色，观察掩码变化并说明 H 取值依据。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为什么红色检测必须用两个区间？写出 MultiColorDetector 中合并掩码的代码。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解释 [1,84,8400] 各维含义，并手写从原始输出到 NMS 的后处理流程。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用 vision_msgs 把 YOLOv8Detector 的输出封装为 Detection2DArray，说明各字段来源。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导出 yolov8n ONNX 并用 ONNX Runtime 推理，验证 imgsz 与训练不一致时的报错现象。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对比颜色检测与 YOLO 在光照变化下的表现，设计一个实验验证鲁棒性差异。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第31章 PPT：颜色检测与YOLO检测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下一章（第 32 章）：AR 标签检测与手眼标定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内容：ArUco/AprilTag 检测、单标签位姿估计、eye-in-hand 与 eye-to-hand、easy_handeye 标定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预习：复习 tf2 坐标变换与相机内参概念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