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3 章话题通信的标题页。上一章我们创建了第一个节点，这一章正式进入 ROS 2 最核心的话题机制：发布-订阅模型。全章框架已在本页。请大家备好终端，从理解多对多、异步、解耦这三个关键词开始，再逐步深入。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旁白：六条目标构成章节框架：前两条是发布-订阅模型与核心 API，三四条是标准消息与自定义接口，最后两条是 QoS 兼容性与多线程执行器。建议按顺序逐个击破，学完一页核销一条。若进度过半仍有目标完全陌生，请回顾对应页面后再继续。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图是话题通信的核心模型：多个发布者、多个订阅者通过同一话题互联，彼此完全解耦。请记住两个要点：话题名加消息类型构成双方唯一协议；发布者与订阅者互不知晓对方存在。机器人中的传感器数据、控制指令都靠这套模型流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旁白：两个动图出自 ROS 官方文档，直观演示了话题的数据流向：上图是单发布者单订阅者，下图是多个发布者多个订阅者互通的多对多拓扑。无论哪种形态，节点之间始终通过话题这条消息通道交换数据，这正是发布-订阅模型的灵活之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 Publisher 的标准写法：先 import 消息类型，再调用 create_publisher 创建发布者，随后用 create_timer 定时触发回调，在回调中构造并发布消息。注意队列深度参数 10 表示最多缓存十条未处理消息。与 ROS 1 相比，这里不再需要 while 循环手工发布。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旁白：订阅者的写法和发布者对称，核心是回调函数：话题每收到一条消息，listener_callback 就被调用一次。请特别记住两个注意点：回调返回后 msg 对象即失效，不能保存引用；也不要试图用 while 加 sleep 代替定时器，那会阻塞执行器，导致消息堆积。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旁白：这张表把常用消息按三个功能包归类：std_msgs 提供基础数据类型，sensor_msgs 覆盖图像、激光与 IMU 等传感器数据，geometry_msgs 负责速度、位姿等几何量。记忆时可用联想：做感知找 sensor_msgs，发指令找 geometry_msgs。需要更复杂的结构时，就要自定义消息类型了。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旁白：本页介绍话题的命令行工具：ros2 interface show 查看消息定义，ros2 topic 五件套负责查列表、看内容、看统计、测频率与带宽。可类比广播电台：话题名是频道号，消息类型是节目单，两者匹配才能正常收听。这些命令在后续练习中会反复用到。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旁白：自定义消息必须在接口包中定义，三个要点请记住：接口包只能使用 CMake 构建；用 rosidl_generate_interfaces 声明 .msg 文件；目录结构按图示组织。为什么要单独建包独立编译？因为接口一变，依赖它的功能包就要连锁重编译，隔离之后可以避免这种连锁反应。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旁白：使用自定义消息分三步：在 package.xml 中声明依赖，编译后在代码里 import 类型，然后像使用普通类一样给字段赋值并发布。示例中的 Person 消息就是练习 3.4 的产物。另外 IDL 还支持默认值、数组与嵌套类型，.msg 文件也能引用其他接口包，扩展能力很强。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旁白：QoS 兼容性规则可以浓缩成一句话：发布者的可靠性等级必须不低于订阅者。所以 RELIABLE 配 BEST_EFFORT 可以通信，反过来就不行——日志里出现 Incompatible QoS policies 就是不兼容的标志。判定后用 ros2 topic info -v 查看两端配置即可定位问题。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旁白：配置 QoS 有两条常用路径：传感器数据可直接使用预定义档案 qos_profile_sensor_data；需要精细控制时再自定义 QoSProfile，本例覆盖 reliability、durability、history、depth 四个维度。两种默认档案请区分：sensor_data 是 BEST_EFFORT 加 KEEP_LAST(5)，system_default 是 RELIABLE 加 KEEP_LAST(10)。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旁白：多线程执行器解决并行问题：MultiThreadedExecutor 可以同时执行多个回调，单线程则必须排队等待。回调组控制并行粒度：互斥组内串行，可重入组内可并行。下方两张截图对比明显——单线程总耗时更长，多线程显著缩短。练习 6 会直接验证这一差异。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旁白：演示把仿真与真机链路完整串起来：Gazebo 仿真产生传感器数据，经 Bridge 转为 ROS 2 话题，订阅节点接收并打印。终端 2 用 ros2 topic 五件套观察 /odom 与 /scan，rviz 中可看到激光扫描。重点验证：回调打印频率应与 ros2 topic hz 检测值一致，/odom 的 position 随时间变化。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旁白：全章六条要点勾勒出话题通信的完整框架：从解耦的发布-订阅模型与两个核心 API 开始，到三类标准消息与自定义接口包，再到 QoS 兼容矩阵与多线程执行器。对照清单逐条自查，说不清楚就翻回对应页面。掌握这些，下一章的服务通信才能顺利展开。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旁白：六道练习由浅入深：前两题覆盖发布者与订阅者，第三四题练习自定义接口包，第五题验证 QoS 兼容性，第六题考察多线程执行。注意页面提示：练习 4 要先用 colcon build 编译接口包，练习 6 要用 ros2 node list 确认四个节点全部注册。建议按顺序完成，跑通后再进入下一章。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旁白：下一章进入第 4 章服务通信：与话题的异步多对多不同，服务采用客户端-服务器模型和请求-响应同步模式。届时会学习自定义 .srv 接口与异步调用。话题打下的基础——消息定义、编译流程、命令行工具——在服务章节都会继续复用，建议先完成本章练习再前进。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话题通信（Topics）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3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教学方式：讲授 +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理解发布-订阅模型：异步、多对多、完全解耦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create_publisher / create_subscription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 std_msgs、sensor_msgs、geometry_msgs 标准消息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掌握自定义消息 .msg 接口的创建与使用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QoS 可靠性兼容性规则及违约现象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使用多线程执行器与回调组提升并行处理能力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话题通信架构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异步多对多；发布者与订阅者完全解耦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Publisher 1 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├──►  Topic: "/camera/image"  ──► Subscriber 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Publisher 2 ─────┘                                  Subscriber B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           Subscriber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706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 3-1：话题通信的多对多发布-订阅模型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912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发布者与订阅者完全解耦，互不知晓对方的存在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话题名 + 消息类型 = 通信双方的唯一协议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32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官方演示：发布-订阅数据流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单对单与多对多的消息流向；话题是节点间的消息通道</a:t>
            </a:r>
          </a:p>
        </p:txBody>
      </p:sp>
      <p:pic>
        <p:nvPicPr>
          <p:cNvPr id="7" name="Picture 6" descr="Topic-SinglePublisherandSingleSubscrib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815" y="1609344"/>
            <a:ext cx="8199424" cy="46085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单个发布者向话题发布消息，单个订阅者接收</a:t>
            </a:r>
          </a:p>
        </p:txBody>
      </p:sp>
      <p:pic>
        <p:nvPicPr>
          <p:cNvPr id="9" name="Picture 8" descr="Topic-MultiplePublisherandMultipleSubscrib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406" y="6656831"/>
            <a:ext cx="1952243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8455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多个发布者与多个订阅者通过同一话题互通，形成多对多拓扑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193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Publisher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create_publisher(消息类型, 话题名, QoS 队列深度)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std_msgs.msg import String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TalkerNode(Node):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super().__init__('talker')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创建发布者：话题名 "chatter"，队列深度 10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self.publisher = self.create_publisher(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String, 'chatter', 10)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self.timer = self.create_timer(0.5, self.timer_callback)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self.count = 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timer_callback(self):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msg = String()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msg.data = f'Hello ROS 2: {self.count}'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self.publisher.publish(msg)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self.get_logger().info(f'发布: "{msg.data}"')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34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3-1：Publisher 完整示例——定时器周期发布，不用 while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066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Subscriber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回调签名必须为 callback(msg)；msg 返回后即失效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std_msgs.msg import String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ListenerNode(Node):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super().__init__('listener')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self.subscription = self.create_subscription(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String, 'chatter',      # 话题名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self.listener_callback, # 回调函数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10)                     # QoS 队列深度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listener_callback(self, msg):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self.get_logger().info(f'收到: "{msg.data}"')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799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3-2：Subscriber 完整示例——回调驱动的编程范式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回调中 msg 对象在回调返回后即失效，切勿保存引用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212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不要用 while + time.sleep 代替 create_timer——会阻塞回调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344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标准消息类型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按功能包分类：基础、传感器、几何三类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功能包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std_msgs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String / Int32 / Int64 / Float32 / Float64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基础数据类型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std_msgs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Bool / Empty / Header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布尔、信号、标准头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 / LaserScan / PointCloud2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图像、激光、点云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 / Joy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IMU、手柄数据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geometry_msgs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Twist / Pose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速度指令、位姿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geometry_msgs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Vector3 / Quaternion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三维向量、四元数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自定义消息类型必须在接口包中定义（见 P9–P10）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782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查看消息定义与话题命令行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interface show 查定义；ros2 topic 五件套查状态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interface show std_msgs/msg/String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输出：string data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interface show geometry_msgs/msg/Twist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Vector3 linear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  float64 x / y / z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Vector3 angular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  float64 x / y / z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6791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list -t     # 含类型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/topic # 查看消息流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info /topic # 发布/订阅计数与 QoS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/topic   # 测频率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bw /topic   # 测带宽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30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类比「广播电台」：发布者广播、订阅者收听、频道与节目单必须一致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50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自定义消息接口包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接口包仅支持 CMake 构建；rosidl_generate_interfaces 声明 .msg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custom_interfaces/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CMakeLists.txt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package.xml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 msg/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└── SensorData.msg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64408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find_package(rosidl_default_generators REQUIRED)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rosidl_generate_interfaces(${PROJECT_NAME}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"msg/SensorData.msg")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2452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msg/SensorData.msg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float64 temperature    # 温度 (℃)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float64 humidity       # 湿度 (%)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float64 pressure       # 气压 (hPa)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string device_id       # 设备ID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86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接口包单独建包、独立编译，避免「接口改动导致功能包连锁重编译」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076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使用自定义消息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package.xml 加依赖；编译后 import 自定义类型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package.xml 中添加：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&lt;exec_depend&gt;custom_interfaces&lt;/exec_depend&gt;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custom_interfaces.msg import SensorData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 = SensorData()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msg.temperature = 25.5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msg.humidity = 60.0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msg.pressure = 1013.25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msg.device_id = 'sensor_01'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self.publisher.publish(msg)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78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IDL 支持默认值、数组、嵌套类型；.msg 可引用其他接口包类型（如 geometry_msgs/Point position）</a:t>
            </a:r>
          </a:p>
        </p:txBody>
      </p:sp>
      <p:pic>
        <p:nvPicPr>
          <p:cNvPr id="9" name="Picture 8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364" y="4892040"/>
            <a:ext cx="4546327" cy="13258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练习 3.4 中 Person 话题的发布者/订阅者运行输出：订阅端按字段打印姓名、年龄、身高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QoS 兼容性规则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Publisher 可靠级别必须 &gt;= Subscriber；日志出现 Incompatible QoS 即不兼容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Publisher ╲ Subscriber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BEST_EFFORT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兼容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兼容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BEST_EFFORT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不兼容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兼容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626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 3-2：QoS Reliability 兼容性矩阵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控制指令像电话（RELIABLE 保证接通），传感器流像对讲机（BEST_EFFORT 丢一条接着听）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96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日志出现 Incompatible QoS policies 即两端不兼容，用 ros2 topic info -v 排障</a:t>
            </a:r>
          </a:p>
        </p:txBody>
      </p:sp>
      <p:pic>
        <p:nvPicPr>
          <p:cNvPr id="11" name="Picture 10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998" y="4809744"/>
            <a:ext cx="4911058" cy="1408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练习 3.5 的验证输出：RELIABLE 发布者配合 BEST_EFFORT 订阅者仍可通信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中配置 QoS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预定义档案 qos_profile_sensor_data；自定义 QoSProfile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rclpy.qos import QoSProfile, ReliabilityPolicy,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DurabilityPolicy, HistoryPolicy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方式1：预定义配置（传感器数据）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self.publisher = self.create_publisher(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Image, 'camera/image', qos_profile_sensor_data)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方式2：自定义 QoS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custom_qos = QoSProfile(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reliability=ReliabilityPolicy.BEST_EFFORT,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durability=DurabilityPolicy.VOLATILE,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history=HistoryPolicy.KEEP_LAST,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depth=5)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self.subscription = self.create_subscription(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LaserScan, 'scan', self.callback, custom_qos)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7608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默认档案：sensor_data (BEST_EFFORT+KEEP_LAST(5))、system_default (RELIABLE+KEEP_LAST(10))、params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81927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多线程执行器与回调组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MultiThreadedExecutor 并行回调；回调组控制组内串行/并行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rclpy.executors import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SingleThreadedExecutor, MultiThreadedExecutor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rclpy.callback_groups import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MutuallyExclusiveCallbackGroup, ReentrantCallbackGroup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多线程执行器：并行执行回调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executor = MultiThreadedExecutor(num_threads=4)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executor.add_node(node);  executor.spin()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互斥组内串行（默认）；可重入组内可并行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group1 = MutuallyExclusiveCallbackGroup()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group2 = ReentrantCallbackGroup()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self.sub = self.create_subscription(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Image, 'camera', self.callback, 10,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callback_group=group2)</a:t>
            </a:r>
          </a:p>
        </p:txBody>
      </p:sp>
      <p:pic>
        <p:nvPicPr>
          <p:cNvPr id="8" name="Picture 7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83" y="5276088"/>
            <a:ext cx="1918888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64807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单线程执行器：两个订阅回调顺序执行，互相比等待</a:t>
            </a:r>
          </a:p>
        </p:txBody>
      </p:sp>
      <p:pic>
        <p:nvPicPr>
          <p:cNvPr id="10" name="Picture 9" descr="imag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926" y="6812279"/>
            <a:ext cx="1955202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80010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多线程执行器：不同线程号并行处理回调，总耗时显著缩短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3484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仿真结合实例：订阅 Gazebo 机器人话题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仿真 → Bridge → ROS 2 话题 → 订阅节点，验证发布-订阅链路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1：启动 Gazebo 并让机器人自动巡航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gui:=true rviz:=true drive:=true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2：直观查看传感器话题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list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/odom --once | head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info /scan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/camera/image_raw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订阅 /scan（sensor_msgs/msg/LaserScan），打印 angle_min/angle_max/ranges 长度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观察点：/odom 的 position 随时间变化；/scan 显示 Publisher count: 1；回调打印频率与 ros2 topic hz 一致</a:t>
            </a:r>
          </a:p>
        </p:txBody>
      </p:sp>
      <p:pic>
        <p:nvPicPr>
          <p:cNvPr id="10" name="Picture 9" descr="ch03_topic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142" y="5586984"/>
            <a:ext cx="196677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77570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话题通信：异步、多对多、发布者与订阅者完全解耦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create_publisher(类型, 话题, QoS) / create_subscription(类型, 话题, 回调, QoS)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标准消息分类：std_msgs 基础、sensor_msgs 传感器、geometry_msgs 几何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自定义消息在独立 CMake 接口包中定义 .msg，编译后 import 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QoS 兼容性：RELIABLE 发布者可与 BEST_EFFORT 订阅者通信，反之不行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多线程执行器 + 回调组并行处理，提高吞吐量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 Publisher 发布 Twist 消息控制机器人运动（含线速度、角速度）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 Subscriber 订阅 /cmd_vel，打印收到的速度指令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创建自定义接口包，定义含姓名、年龄、身高字段的 Person.msg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基于 Person.msg 编写发布者/订阅者：ros2 run sensor_pub person_pub 与 person_sub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测试 RELIABLE/BEST_EFFORT 兼容性：ros2 run topic_demo qos_pub，再用 ros2 topic echo --qos-reliability best_effort 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MultiThreadedExecutor 运行 2 Publisher + 2 Subscriber（executor_single / executor_multi 对比线程与耗时）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第3章 PPT：话题通信（Topics）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4 章：服务通信（Services）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客户端 / 服务器模型（Client / Service）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请求-响应（request-response）同步通信模式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自定义 .srv 接口与异步调用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