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旁白：各位同学好，上一章我们在 CARLA 里生成了车辆和传感器，但这些数据还停留在仿真器内部。本章要架起一座桥，让传感器数据以 ROS 2 话题形式流动，之前学的 rviz2、tf2 等工具将全部派上用场。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旁白：五个目标层层递进：先理解 Bridge 的架构与通信机制，再完成安装验证；随后掌握车辆的生成部署，最后落到 RViz2 可视化与控制接口这两个日常最常用的技能点上。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旁白：安装环节的关键是课程安装器：它固定了 bridge 的 commit 与依赖版本，避免"能装不能跑"。验证时先看 --show-args 能否列出参数，无报错才说明安装完整。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旁白：验证清单与排障表要配合使用：五项检查从 Python 路径到话题映射逐层确认。遇到 No module named carla 这类报错，多半是没 source 课程环境文件，先对表定位再处理。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旁白：这张三层图是本章的纲要：上层是 RViz2 与自定义节点，中间是 Bridge，它同时扮演 ROS 2 节点和 CARLA 客户端，底层是仿真器。注意官方纪律：role_name 必须先生成再被识别。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旁白：话题映射表按传感器列出命名规律：全部挂在 /carla/ego_vehicle/ 前缀下，消息类型沿用 ROS 标准包。GNSS 用 Odometry、Lidar 用 PointCloud2，做订阅时按表选类型即可。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旁白：同步与异步的核心差异在谁控制时钟。数据采集和强化学习必须用同步模式保证时序一致；配合 use_sim_time 为真，让 bridge 发布 /clock。超时应当调大 timeout，而不是关闭同步。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旁白：Blueprint 选取只有两个动作：filter 模糊枚举、find 精确查找。枚举能帮我们确认车型 ID 的准确写法；选定后还能用 set_attribute 设置颜色等外观属性，就像给车辆换装。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旁白：生成流程共八步，最容易被忽略的是第五步 Spawn Point 的选取。代码先把所有出生点打印出来再选择，比盲选下标更可靠，避免车辆生成在重叠点上导致失败。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旁白：role_name 是 Bridge 识别车辆的钥匙：设为 ego_vehicle 就映射到 /carla/ego_vehicle/ 话题族。表格给出三种常用取值，换名字就是换话题前缀，多车场景靠它区分车辆身份。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旁白：RViz2 里加四类显示：Image 看相机、PointCloud2 看雷达、Odometry 看轨迹、TF 看坐标关系。图片展示了官方 AD 演示的效果，配置文件直接用仓库提供的 carla_bridge.rviz 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旁白：TF 树的父子关系必须记牢：map 到 odom 由系统维护，ego_vehicle 下挂载各传感器 frame。做传感器融合前先用 view_frames 生成 PDF 核对，树结构不对，融合结果必然出错。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旁白：控制消息五个字段各有限制：油门刹车在 0 到 1 之间，转向正负 1 且负值向左。右侧节点模板给出标准写法：创建发布器、填字段、publish，三步即可手动控车。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旁白：模式切换用 enable_autopilot 服务完成，注意切回手动时要先平滑归零再接本地控制，否则车辆会带着切换前的油门冲出去。键盘控制表给出各键步长，实测时逐步体会。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旁白：六条要点回顾全章：双向映射是 Bridge 的本质，安装验证与排障是工程基本功，话题与 TF 是数据视角，部署流程与控制接口是操作视角。两条线合起来才完整。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旁白：六道练习覆盖安装、枚举、多车、频率对比、TF 树与键盘控制。第三题改 role_name 观察话题前缀变化，能直观验证 Bridge 的识别机制；第六题注意模式切换的平滑处理。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旁白：桥接打通后，下一章要为车辆挂满传感器：相机内参标定、LiDAR 点云、GNSS/IMU 数据形态都会展开，最后用 rosbag2 录制数据集，为感知与建图章节做准备。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第37章 CARLA-ROS2 桥接与车辆部署（2 课时）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第37章 CARLA-ROS2 桥接与车辆部署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课程：ROS2 Python 编程 · 课时：2 课时（90 分钟） · 教学方式：讲授 + 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本章路线：桥接架构与安装验证 → 话题映射与同步模式 → Ego Vehicle 部署 → RViz2 可视化与 TF 树 → 车辆控制接口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593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环境基线：Ubuntu 24.04 · ROS 2 Jazzy · CARLA 0.9.16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725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本课学习目标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架构原理、生成流程、可视化、控制接口四条主线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理解 CARLA-ROS2 Bridge 的架构原理与通信机制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掌握 Bridge 的安装、验证与常见问题排障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掌握 Ego Vehicle 的 Blueprint 选取与生成流程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学会在 RViz2 中可视化传感器话题与 TF 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掌握车辆控制接口的使用与自动/手动模式切换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37.1.0 Bridge 安装步骤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Bridge 从源码编译；课程安装器 setup_course.sh 固定 bridge commit 与依赖版本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44144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1. 在课程仓库根目录运行安装器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bash setup_course.sh --with-carla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source ~/.config/ros2-course/env.bash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CARLA 服务端在 Windows 主机时改用：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bash setup_course.sh --carla-bridge-only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2. 验证安装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source /opt/ros/jazzy/setup.bash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source ~/carla_ws/install/setup.bash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carla_ros_bridge carla_ros_bridge.launch.py --show-args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期望：显示可用参数列表，无报错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714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安装器生成的环境文件设置 CARLA_HOST、CARLA_PORT、CARLA_MAP、CARLA_BRIDGE_TIMEOUT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84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安装验证清单与常见排障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先过验证清单，再按「原因 → 解决」定位排障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命令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预期结果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Python路径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echo $PYTHONPATH \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grep carla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Bridge包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ros2 pkg list \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grep carla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编译状态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colcon build --packages-select carla_ros_bridge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无错误 SUCCESS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启动参数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...carla_ros_bridge.launch.py --show-args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显示参数列表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话题映射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ros2 interface package carla_msgs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消息类型列表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602736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原因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 module named 'carla'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未用课程 venv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source ~/.config/ros2-course/env.bash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carla_msgs 未找到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依赖未构建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colcon build --packages-select carla_msgs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编译失败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Python/Jazzy 不匹配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Ubuntu 24.04 + Python 3.12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rosdep 找不到依赖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未初始化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sudo rosdep init &amp;&amp; rosdep update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启动后无话题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ego vehicle 未生成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先运行 spawn_ego.py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derived-object-msgs 缺失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依赖不完整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rosdep install --from-paths src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509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37.1.1 Bridge 工作原理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Bridge 是连接 CARLA 与 ROS 2 的中间件：ROS 2 节点 + CARLA Python API 客户端，双向映射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304495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┌──────────────────────────────────────────┐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ROS 2 生态   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RViz2 · rqt_graph · 自定义控制节点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└───────────────────┬──────────────────────┘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│ 话题 / 服务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┌───────────────────▼──────────────────────┐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carla_ros_bridge 节点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话题发布/订阅器 · CARLA Python API 客户端│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└───────────────────┬──────────────────────┘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│ TCP 2000 / 2001-2002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┌───────────────────▼──────────────────────┐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CARLA 仿真器      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World · Vehicle · Sensor(Camera/Lidar)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└──────────────────────────────────────────┘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官方工程纪律：role_name 必须先于 spawn 在仿真器侧注册；传感器清单静态声明，新增传感器需重启 bridge</a:t>
            </a:r>
          </a:p>
        </p:txBody>
      </p:sp>
      <p:pic>
        <p:nvPicPr>
          <p:cNvPr id="9" name="Picture 8" descr="rq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566" y="5788152"/>
            <a:ext cx="1757922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97687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ROS 2 节点与话题关系图示例（rqt_graph）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324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37.1.2 话题映射表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Bridge 将 CARLA 传感器数据映射为 /carla/ego_vehicle/* 下的 ROS 2 话题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 组件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 2 话题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消息类型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GNSS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/carla/ego_vehicle/gnss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nav_msgs/Odometry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GPS定位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IMU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/carla/ego_vehicle/imu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sensor_msgs/Imu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惯性测量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RGB Camera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/carla/ego_vehicle/rgb_front/image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sensor_msgs/Image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前视图像（另有 camera_info 内参）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Depth Camera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/carla/ego_vehicle/depth_front/image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sensor_msgs/Image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深度图像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Lidar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/carla/ego_vehicle/lidar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sensor_msgs/PointCloud2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点云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Radar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/carla/ego_vehicle/radar_front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...RadarDetectionArray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毫米波雷达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车辆状态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/carla/ego_vehicle/vehicle_status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carla_msgs/CarlaEgoVehicleStatus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速度、朝向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车辆控制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/carla/ego_vehicle/vehicle_control_cmd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carla_msgs/CarlaEgoVehicleControl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油门/刹车/转向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里程计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/carla/ego_vehicle/odometry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nav_msgs/Odometry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里程计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碰撞检测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/carla/ego_vehicle/collision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carla_msgs/CarlaCollisionEvent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碰撞事件（另有 lane_invasion）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474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37.1.3 同步模式 vs 异步模式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参数 synchronous_mode 控制；数据采集必须开同步模式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同步模式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异步模式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步进控制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 2 控制仿真步进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 自主推进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时序一致性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严格保证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可能有延迟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传感器数据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同一时刻触发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各自独立触发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强化学习、高精度控制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可视化、数据采集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性能开销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较高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较低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895344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carla_ros_bridge carla_ros_bridge.launch.py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host:="$CARLA_HOST" port:="$CARLA_PORT" town:="$CARLA_MAP"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synchronous_mode:=True   # 异步改为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55464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时间同步铁律：ROS 侧必须 use_sim_time:=true，由 bridge 把 CARLA 时钟发布为 /clock；同步模式下传感器回复慢导致超时，应调大 synchronous_mode_timeout 或减少传感器，而不是关闭同步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539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37.2.1 Blueprint 选取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每种车辆有唯一 Blueprint ID；用 filter 枚举、find 精确选取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324612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import carla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client = carla.Client('localhost', 2000)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client.set_timeout(10.0)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world = client.get_world()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枚举所有可用车辆 Blueprint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blueprints = world.get_blueprint_library().filter('vehicle.*')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for bp in blueprints: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print(bp.id)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选取常用 Ego Vehicle Blueprint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vehicle_bp = world.get_blueprint_library().find('vehicle.tesla.model3')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或: vehicle.toyota.prius / vehicle.audi.etron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    vehicle.lincoln.mkz2017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76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37.2.2 生成流程与 Spawn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连接 → World → Blueprint → role_name → Spawn Point → spawn_actor → 传感器 → 灯光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1 连接CARLA服务器 ─► 2 获取World ─► 3 选Blueprint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▲                       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│                                      ▼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8 设灯光(可选) ◄─ 7 挂传感器 ◄─ 6 spawn_actor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▲                       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│                                      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58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（4 设置 role_name="ego_vehicle"，5 选 Spawn Point）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71416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spawn_points = world.get_map().get_spawn_points()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for i, sp in enumerate(spawn_points):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print(f"[{i:3d}] x={sp.location.x:.2f} y={sp.location.y:.2f}")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vehicle = world.spawn_actor(vehicle_bp, spawn_points[10])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327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37.2.3 spawn_ego.py 与 role_name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role_name 是 Bridge 识别 Ego Vehicle 的关键属性，默认管理 ego_vehicle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44144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spawn_ego_vehicle(world, spawn_point_index=0):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lib = world.get_blueprint_library()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vehicle_bp = lib.find('vehicle.tesla.model3')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vehicle_bp.set_attribute('role_name', 'ego_vehicle')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vehicle_bp.set_attribute('color', '255,0,0')  # 红色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spawn_points = world.get_map().get_spawn_points()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spawn_point_index &gt;= len(spawn_points):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spawn_point_index = 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vehicle = world.spawn_actor(vehicle_bp,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spawn_points[spawn_point_index])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vehicle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471416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role_name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Bridge 话题前缀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ego_vehicle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/carla/ego_vehicle/*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主控车辆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hero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/carla/hero/*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第二控制车辆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vehicle_1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/carla/vehicle_1/*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其他受控车辆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430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37.3.1 RViz2 传感器话题可视化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在 RViz2 中添加 Image / PointCloud2 / Odometry / TF 显示，即可观察 CARLA 传感器数据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显示类型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话题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Image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/carla/ego_vehicle/rgb_front/image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前视RGB图像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PointCloud2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/carla/ego_vehicle/lidar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激光雷达点云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Odometry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/carla/ego_vehicle/odometry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车辆路径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TF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/tf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坐标变换树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Axes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固定坐标系 map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坐标轴参考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895344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rviz2 -d src/carla_ros_bridge/rviz/carla_bridge.rviz</a:t>
            </a:r>
          </a:p>
        </p:txBody>
      </p:sp>
      <p:pic>
        <p:nvPicPr>
          <p:cNvPr id="9" name="Picture 8" descr="ad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11" y="4453128"/>
            <a:ext cx="3341432" cy="17647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官方 ros-bridge 仓库的 RViz 自动驾驶演示（AD Demo）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656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37.3.2 TF 树结构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Bridge 以 role_name 为 TF 前缀发布 map → odom → ego_vehicle → 各传感器 frame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map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└── odom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└── ego_vehicle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├── ego_vehicle/rgb_front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├── ego_vehicle/lidar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├── ego_vehicle/imu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└── ego_vehicle/gnss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66744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tf2_tools view_frames.py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evince frames.pdf   # 查看生成的 TF 树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25696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官方要点：先用 view_frames 核对父子关系再谈传感器融合；推荐用 launch 文件统一管理 vehicle + sensors 的生成，保证话题、TF 与控制接口同时就绪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315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37.4.1/2 控制消息与手动控制节点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控制指令经 /carla/ego_vehicle/vehicle_control_cmd 下发，类型 carla_msgs/CarlaEgoVehicleControl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CarlaEgoVehicleControl.msg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float32 throttle        # 油门 [0.0, 1.0]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float32 brake           # 刹车 [0.0, 1.0]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float32 steer           # 转向 [-1.0, 1.0] 负=左 正=右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bool    hand_brake      # 手刹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bool    reverse         # 倒车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bool    manual_gear_shift / int32 gear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59352"/>
            <a:ext cx="11094415" cy="264261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ManualControlNode(Node):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super().__init__('manual_control_node')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self.pub = self.create_publisher(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CarlaEgoVehicleControl,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'/carla/ego_vehicle/vehicle_control_cmd', 10)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send_control(self, throttle=0.0, brake=0.0, steer=0.0):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cmd = CarlaEgoVehicleControl()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cmd.throttle, cmd.brake, cmd.steer = throttle, brake, steer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cmd.hand_brake = cmd.reverse = False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self.pub.publish(cmd)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7299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37.4.3/4 模式切换与键盘控制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通过 enable_autopilot 服务切换自动/手动；键盘节点按步长增减控制量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启用自动驾驶（禁用改 data: false）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service call /carla/ego_vehicle/enable_autopilot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std_srvs/srv/SetBool "{data: true}"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862072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按键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控制指令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 / 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油门/刹车增加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+0.05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/ 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左/右转向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∓0.05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Space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手刹/急停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brake=1.0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倒车切换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reverse toggle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自动驾驶切换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autopilot toggle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85546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官方提醒：由 autopilot 切回手动瞬间，先把 throttle/brake 平滑归零再接本地控制，否则车辆会以切换前的油门冲出去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686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双向映射是核心，部署流程与控制接口是技能落点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Bridge 作为 ROS 2 节点经 CARLA Python API 与仿真器通信，实现数据与控制的双向映射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安装靠 setup_course.sh 固定版本；按验证清单与排障表确认 carla_msgs、编译与启动参数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传感器数据映射为 /carla/ego_vehicle/* 话题；数据采集必须同步模式 + use_sim_time:=true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Ego Vehicle 部署：Blueprint 选取 → role_name 设置 → Spawn Point 确定 → spawn_actor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RViz2 订阅传感器话题可视化，TF 树以 role_name 为前缀组织坐标关系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755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控制接口支持手动（vehicle_control_cmd）与自动驾驶（enable_autopilot 服务）动态切换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覆盖安装验证、部署流程、可视化与控制四类技能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运行安装验证清单中的五项检查，记录 ros2 interface package carla_msgs 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编写脚本枚举所有 vehicle.* Blueprint，并打印每个的 role_name 推荐值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修改 spawn_ego.py：以 role_name="hero" 生成第二辆车，观察话题前缀变化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在同步模式下启动 bridge，用 ros2 topic hz 对比 RGB 图像与 Lidar 点云的频率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用 view_frames 生成 TF 树 PDF，画出 map → ego_vehicle/rgb_front 的完整链路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755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实现键盘控制节点：按 W/S/A/D 增减控制量，按 P 切换自动驾驶并验证车辆行为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第37章 PPT：CARLA_ROS2桥接与车辆部署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第38章 多传感器套件与数据采集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第38章 多传感器套件与数据采集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在 Ego Vehicle 上挂载完整传感器套件（相机、Lidar、GNSS/IMU、Radar）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传感器标定与多传感器数据的时间同步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使用 rosbag2 录制与回放传感器数据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为后续感知与建图章节准备数据集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课后任务：保持本章 bridge 环境可用，预读第38章讲义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