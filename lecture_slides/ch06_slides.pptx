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旁白：这是第 6 章参数系统与 Launch 文件的标题页。前几章学会用话题与服务传递数据，但节点的配置和系统一次性启动还没解决，这正是本章的两大主题。本章 2 课时，先讲参数声明、回调与 YAML 加载，再讲 Launch 的组合编排。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旁白：六个目标分为两半：前三项围绕参数，涵盖声明、获取、回调验证与 YAML 批量加载；后三项围绕 Launch，涵盖节点动作、条件启动与文件组合。学习时注意一条分工主线：参数解决节点的内部配置，Launch 解决系统的外部编排。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旁白：参数是每个节点可独立配置的键值对，声明集中在初始化函数里并给出默认值。代码覆盖四种基础类型外加数组参数，注意 get_parameter 返回的是参数对象，取值要加 .value。好处是同样的代码可以用不同配置启动多套实例。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旁白：本页两张表给出参数类型与命令行四件套。官方小乌龟示例最有说服力：运行时执行 param set 修改背景或画笔参数，画面立刻变化。两张图演示了参数即命令的直观效果。记住分工：静态配置求稳，运行时可调项求灵活。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旁白：回调是动态重配置的关键：参数值写入前先经过 add_on_set_parameters_callback 验证，校验失败返回 successful=False 拒绝写入。示例把速度限定在 0 到 10 之间，非法值被拦截并记录错误。也可用 set_parameters_callback 拦截写入实现只读参数。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旁白：YAML 参数文件把配置与代码分离：首层键名对应节点名，其下 ros__parameters 键列出参数。用 --params-file 或 Node 的 parameters 选项批量加载，param dump 导出的快照可直接复用。rqt 面板则提供图形界面，方便观察参数变化。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旁白：Launch 文件是系统启动的编排脚本，最小示例用 Node 动作同时启动 talker 与 listener。常用参数项包括包名、可执行文件名、节点名、命名空间与参数。一条 ros2 launch 命令就能代替多个终端手工启动，这也是后续章节所有实例的入口形式。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旁白：本页把 Launch 升级为参数化脚本：LaunchConfiguration 接收命令行传参，IfCondition 按开关条件启动 RViz，节点参数也可以用启动变量填充。命令行用冒号等号语法覆盖默认值，真正实现一次编写、多种用法。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旁白：IncludeLaunchDescription 把多个 Launch 拼装成系统级入口，本例先引入仿真启动文件再启动导航节点。工程上常见组合是驱动加 SLAM 加 RViz。参数管内部配置、Launch 管外部编排，二者各司其职，一份仓库即可适配多套场景。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旁白：本页是工程实践经验：命名统一蛇形小写且声明集中；关键参数用 ParameterDescriptor 标注范围；高频循环要缓存参数值而不是反复查询；首层节点名要与 Node 的 name 匹配；param dump 导出参数后将其开放为启动选项。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旁白：这是仿真结合实例：gazebo2.launch.py 把 GUI、RViz、巡航与世界文件全部暴露为 Launch 参数。--show-args 查看入口支持，冒号等号传入开关，同一入口即可切换无界面检查或完整演示两种模式。运行演示中注意区分 Launch 参数与节点运行时参数。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旁白：观察要点：drive 开关决定巡航节点是否启动，rviz 开关条件启动 RViz，修改生成位姿与速度参数后重新启动即可对比效果。特别注意实例用的是 Gazebo Launch 参数，与节点运行时参数分别由两套系统管理，这是初学者最容易混淆的地方。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旁白：回顾本章主线：参数侧掌握声明、获取、回调验证与 YAML 加载，Launch 侧掌握 Node 动作、LaunchConfiguration、IfCondition 与 IncludeLaunchDescription。五条要点对应六个目标，也是练习题的考点所在。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旁白：六道练习从参数节点起步，逐步叠加回调验证、YAML 加载、Launch 双节点启动与条件开关，最后用命令行四件套检查。建议按顺序完成，第 6 题可与第 2 题的校验逻辑互相对照，验证动态重配置生效。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旁白：下一章转向 TF2 坐标变换系统：坐标系树如何设计，静态与动态变换如何广播，变换如何查询，以及三大调试工具。参数与 Launch 是系统骨架，坐标变换则是机器人空间感知的基石。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第6章 PPT：参数系统与 Launch 文件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第6章 PPT：参数系统与 Launch 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15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参数系统与 Launch 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课程：ROS2 Python 编程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章节：第 6 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535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课时：2 课时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741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本课学习目标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第6章 PPT：参数系统与 Launch 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掌握参数声明与获取：declare_parameter / get_parameter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熟悉参数回调 add_on_set_parameters_callback 实现动态重配置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会用 YAML 参数文件配合 --params-file 批量加载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Python Launch 文件结构与 Node() 动作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用 LaunchConfiguration + IfCondition 实现参数传递与条件启动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用 IncludeLaunchDescription 组合多个 Launch 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参数声明与获取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第6章 PPT：参数系统与 Launch 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15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324612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ParamDemoNode(Node):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super().__init__('param_demo')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声明参数：名称、默认值、描述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self.declare_parameter('robot_name', 'xbot')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self.declare_parameter('max_speed', 2.0)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self.declare_parameter('enable_logging', True)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self.declare_parameter('sensor_list', ['lidar', 'camera'])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获取参数值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name = self.get_parameter('robot_name').value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speed = self.get_parameter('max_speed').value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self.get_logger().info(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f'机器人: {name}, 最大速度: {speed}m/s')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628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参数是「每个节点的键值对配置项」，可携带类型、描述与默认值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834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声明集中在 __init__ 中完成，命名使用蛇形小写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041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参数类型与命令行工具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第6章 PPT：参数系统与 Launch 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15 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参数类型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示例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布尔 / 整数 / 浮点 / 字符串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四类基础类型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max_speed = 2.0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四类基础类型的数组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列表型配置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['lidar', 'camera']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描述与默认值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声明时一并给定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robot_name='xbot'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560320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命令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ros2 param list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列出节点参数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ros2 param get &lt;node&gt; &lt;name&gt;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读取参数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ros2 param set &lt;node&gt; &lt;name&gt; &lt;value&gt;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运行时修改，立即生效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ros2 param dump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参数快照保存为 YAML 文件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24281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官方示例：set 小乌龟 background_b 后画面立即变色，演示动态生效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560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静态配置（分辨率、串口号）求稳，运行时可调项（速度上限）求灵活</a:t>
            </a:r>
          </a:p>
        </p:txBody>
      </p:sp>
      <p:pic>
        <p:nvPicPr>
          <p:cNvPr id="10" name="Picture 9" descr="set_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279" y="5376672"/>
            <a:ext cx="1226496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56539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图：官方小乌龟示例——通过命令行修改画笔参数，画面立即生效。</a:t>
            </a:r>
          </a:p>
        </p:txBody>
      </p:sp>
      <p:pic>
        <p:nvPicPr>
          <p:cNvPr id="12" name="Picture 11" descr="spa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825" y="6912864"/>
            <a:ext cx="1223404" cy="1097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8101584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图：官方小乌龟示例——spawn 服务调用把实体位姿与名称作为参数传入。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84490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参数回调与动态重配置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第6章 PPT：参数系统与 Launch 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15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324612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DynamicParamNode(Node):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super().__init__('dynamic_param')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self.declare_parameter('speed', 1.0)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注册参数变化回调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self.add_on_set_parameters_callback(self.param_callback)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param_callback(self, params):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for param in params: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if param.name == 'speed':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if param.value &lt; 0 or param.value &gt; 10.0: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self.get_logger().error(f'速度必须在 [0.0, 10.0] 范围内, 收到: {param.value}')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return SetParametersResult(successful=False)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self.current_speed = param.value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return SetParametersResult(successful=True)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6285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程序 6-1：参数动态回调模式。回调返回 SetParametersResult 告知验证结果。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760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校验失败返回 successful=False，非法值将被拒绝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967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也可用 set_parameters_callback 拦截写入，实现「只读参数」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99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YAML 参数文件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第6章 PPT：参数系统与 Launch 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15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16367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config/robot_params.yaml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param_demo: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ros__parameters: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robot_name: 'xbot'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max_speed: 2.0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enable_logging: true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sensor_list: ['lidar', 'camera', 'imu']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53512"/>
            <a:ext cx="11094415" cy="63093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my_pkg param_demo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--ros-args --params-file config/robot_params.yaml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1246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YAML 结构约定：首层为节点名（或 /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通配），其下 ros__parameters: 键列参数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256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ros2 param dump 生成的文件可直接复用为启动参数文件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463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批量参数推荐在 Node 中用 parameters=['path/to/params.yaml'] 引入</a:t>
            </a:r>
          </a:p>
        </p:txBody>
      </p:sp>
      <p:pic>
        <p:nvPicPr>
          <p:cNvPr id="11" name="Picture 10" descr="rq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232" y="5559552"/>
            <a:ext cx="1232590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74827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图：rqt 参数面板可视化查看与修改节点参数，与命令行工具互补。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0957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Launch 文件基础结构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第6章 PPT：参数系统与 Launch 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15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391668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launch import LaunchDescription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launch_ros.actions import Node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generate_launch_description():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LaunchDescription([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启动 talker 节点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Node(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package='demo_nodes_py',   # 包名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executable='talker',       # 可执行文件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name='my_talker',          # 节点名（可选重映射）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output='screen',           # 输出到屏幕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),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启动 listener 节点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Node(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package='demo_nodes_py',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executable='listener',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name='my_listener',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output='screen',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),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334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程序 6-2：Python Launch 文件最小示例。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54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常用项：package、executable、name、namespace、parameters、remappings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67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执行：ros2 launch &lt;包名&gt; &lt;文件.launch.py&gt;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7878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高级 Launch：参数与条件启动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第6章 PPT：参数系统与 Launch 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15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410108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use_rviz = LaunchConfiguration('use_rviz', default='false')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robot_speed = LaunchConfiguration('robot_speed', default='1.0')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return LaunchDescription([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DeclareLaunchArgument('use_rviz', default_value='false',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description='是否启动 RViz'),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DeclareLaunchArgument('robot_speed', default_value='1.0',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description='机器人最大速度'),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条件启动：仅当 use_rviz=true 时启动 RViz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Node(package='rviz2', executable='rviz2',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condition=IfCondition(use_rviz)),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启动节点并传入参数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Node(package='my_pkg', executable='controller',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name='robot_controller',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parameters=[{'max_speed': robot_speed}],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output='screen'),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LogInfo(msg=['启动完成，速度=', robot_speed]),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178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命令行传参：ros2 launch pkg file.launch.py use_rviz:=true map:=warehouse.yaml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310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UnlessCondition 与 IfCondition 反向控制启停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516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IncludeLaunchDescription 组合启动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第6章 PPT：参数系统与 Launch 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15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33634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launch.actions import IncludeLaunchDescription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launch.launch_description_sources import PythonLaunchDescriptionSource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ament_index_python.packages import get_package_share_directory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generate_launch_description():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LaunchDescription([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先启动机器人仿真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IncludeLaunchDescription(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PythonLaunchDescriptionSource([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get_package_share_directory('robot_sim_demo_ros2'),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'/launch/sim_bringup.launch.py'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]),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launch_arguments={'use_gazebo': 'true'}.items(),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),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再启动导航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Node(package='my_pkg', executable='navigator'),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802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典型拼装：「驱动 + SLAM + RViz」组合为系统级启动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008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分工模式：参数解决「节点的内部配置」，Launch 解决「系统的组合编排」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214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一份仓库即可适配仿真与实机多套场景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20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工程实践建议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第6章 PPT：参数系统与 Launch 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参数命名统一蛇形小写，声明集中在 __init__ 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关键参数用 ParameterDescriptor 标注取值范围与描述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高频循环中缓存参数值，通过回调监听变更事件再刷新，避免反复 get_parameter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YAML 文件首层节点名必须与 Node 的 name 匹配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param dump 导出调好的参数，再写带 DeclareLaunchArgument 的启动文件把参数文件路径开放为启动选项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RegisterEventHandler 监听进程退出事件，实现失败自动重启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仿真结合实例：用 Launch 参数切换运行模式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第6章 PPT：参数系统与 Launch 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robot_sim_demo 的 Launch 入口把 gui、rviz、drive、世界文件和生成位姿暴露为 Launch 参数，同一入口即可切换运行模式。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1094415" cy="20391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查看当前入口支持的参数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robot_sim_demo gazebo2.launch.py --show-args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无 GUI、无 RViz、无自动巡航，适合检查话题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robot_sim_demo gazebo2.launch.py gui:=false rviz:=false drive:=false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Gazebo + RViz，启用巡航驱动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robot_sim_demo gazebo2.launch.py gui:=true rviz:=true drive:=true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drive_linear_speed:=0.12 drive_angular_speed:=0.45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616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演示点：LaunchConfiguration、条件启动、参数传递</a:t>
            </a:r>
          </a:p>
        </p:txBody>
      </p:sp>
      <p:pic>
        <p:nvPicPr>
          <p:cNvPr id="9" name="Picture 8" descr="ch06_parame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261" y="4782312"/>
            <a:ext cx="5988532" cy="1435607"/>
          </a:xfrm>
          <a:prstGeom prst="rect">
            <a:avLst/>
          </a:prstGeom>
        </p:spPr>
      </p:pic>
      <p:pic>
        <p:nvPicPr>
          <p:cNvPr id="10" name="Picture 9" descr="ch06_parameter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677" y="6309359"/>
            <a:ext cx="3627700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749807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观察结果与边界说明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第6章 PPT：参数系统与 Launch 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drive:=false 时不启动 patrol_driver，机器人保持静止；drive:=true 时 /cmd_vel 出现巡航指令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rviz:=true 会条件启动 museum_rviz，可同时查看 RobotModel、TF 和 LaserScan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修改 spawn_x、spawn_y 或速度参数后重新启动，比较参数对仿真行为的影响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注意：实例使用的是 Gazebo Launch 参数，不等同于 ROS 节点运行时参数，二者分别由 Launch 系统和节点参数 API 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11094415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相关文件：src/robot_sim_demo/launch/gazebo2.launch.py、src/robot_sim_demo/robot_sim_demo/patrol_driver.py、src/robot_sim_demo/rviz/museum.rviz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400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第6章 PPT：参数系统与 Launch 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参数声明用 declare_parameter(name, default)，获取用 get_parameter(name).value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参数回调 add_on_set_parameters_callback() 实现动态重配置和验证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YAML 文件存储参数，通过 --params-file 或 Launch 加载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Python Launch 文件用 Node() 启动节点，LaunchConfiguration() 传递参数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IfCondition 实现条件启动，IncludeLaunchDescription 组合多个 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第6章 PPT：参数系统与 Launch 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编写节点 param_demo，声明 name、speed、mode 三个参数，每秒输出参数值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实现参数回调验证：speed 必须在 0.0~10.0 内，mode 只能是 "auto"/"manual"/"hybrid"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编写 YAML 参数文件，通过 --params-file 加载覆盖默认参数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编写 Python Launch 文件，同时启动 talker、listener 两个节点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在 Launch 中添加条件启动参数 use_rviz，控制 RViz 是否启动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使用 ros2 param list/get/set 命令行操作节点参数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681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第6章 PPT：参数系统与 Launch 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 7 章：TF2 坐标变换系统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坐标系树结构与 DAG 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静态变换与动态变换广播器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lookup_transform 查询与点坐标变换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TF 调试工具 tf2_echo / tf2_monitor / view_frames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