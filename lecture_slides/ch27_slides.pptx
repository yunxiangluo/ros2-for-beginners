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旁白：上一章我们用命令行和 RViz 认识了 MoveIt2，本章进入真正的编程：用官方 Python 接口 MoveItPy 驱动机械臂完成规划、执行、求解与排错。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旁白：本章目标围绕"会写、会调、会排错"展开：先掌握核心类与编程流程，再通过关节空间与位姿两类目标落地，最后具备独立分析规划结果的能力。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旁白：强调"一组一组件"——每个规划组各建一个 PlanningComponent，机械臂和手爪各自独立规划、协同配合。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旁白：这页是本章的"骨架"：后续每一节都在细化这四步中的某一步。建议学员先把这四步背下来，再看参数细节。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旁白：配置文件决定能用哪些规划器、IK 参数是多少；官方套件在本仓库 ch17_lab 中有对应实现，可边看代码边对照。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旁白：公差太紧会规划变慢甚至失败，太松会降低到达精度；缩放因子 0.5 意味着使用一半的最大速度/加速度，调试阶段建议先用小值。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旁白：前三种是关节空间目标——直接指定各关节角度；第四种是笛卡尔空间目标——只关心末端到哪，关节怎么动由 IK 和规划器决定。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旁白：规划成功不代表能执行——控制器不在就会报执行服务器不存在。教学中先确认 launch 文件把控制器拉起来了。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旁白：命名位姿的价值在于可读性——代码里写 home 比写一串角度清晰得多；抓取序列演示了"手臂+手爪"交替规划的套路。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旁白：左图是规划完成后的目标展示，右图是执行中的动态过程。教学中让学员用面板上的 start/goal 状态按钮复现这两幅图。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旁白：与关节目标不同，这里程序完全不知道关节角——这正是 IK 规划的价值。提醒学员：目标位姿必须落在工作空间内且避开奇异区。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旁白：直接求解适合"已知位姿求关节角"的分析型任务；规划式 IK 适合"让机器人走过去"。两者底层都依赖同一套运动学求解器。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旁白：对比关节运动与笛卡尔运动的轨迹点数与时长，能让学员直观感受两种规划在路径形态上的差异，为下一章笛卡尔路径做铺垫。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旁白：三步法从"读日志"到"看图"再到"开 debug 深挖"，代价递增。教学中给出一个故意不可达的目标，让学员完整走一遍流程。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旁白：带学员把这七条当作"通关清单"自查：每一条都能在 ch17_lab 的代码里指出对应实现，即达到本章要求。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 1~3 巩固规划流程，练习 4~5 对应直接 IK/FK 求解。建议课上完成 1、4，其余作为课后作业，全部基于 ch17_lab 框架改写。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旁白：结尾抛出问题——如果末端要沿直线走一整段轨迹，逐点调用 set_pose_target 会怎样？带着这个疑问进入第 28 章的笛卡尔路径规划。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机器人编程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 27 章 MoveIt2 Python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内容：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MoveItPy 编程接口、PlanningComponent 规划与执行、关节空间与位姿目标、IK/FK 直接求解、多目标应用与三步排错法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MoveItPy API 的三大核心类：MoveItPy、PlanningComponent、RobotState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学会按"设置起始状态 → 设置目标 → 规划 → 执行"四步编写规划程序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掌握四种目标设定方式：关节列表、字典、命名位姿、末端位姿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理解位置/姿态公差与速度/加速度缩放因子的作用与设置时机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会用 KinematicsSolver 直接求解 IK/FK 并查询当前状态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掌握规划失败的三步诊断法，并能在 RViz 中观察规划与执行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MoveItPy 概述与核心类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MoveItPy 是 MoveIt2 官方 Python API，位于 moveit.planning 模块，提供运动规划、执行、场景交互与运动学求解能力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核心类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创建示例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MoveItPy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主入口：加载配置、初始化节点与规划场景监听器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 = MoveItPy(node_name='moveit_py')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PlanningComponent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 MoveGroup 概念，封装某规划组的规划与执行接口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PlanningComponent(moveit, 'arm_group', 'link5')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RobotState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表示机器人状态，可查询/设置关节角与连杆位姿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RobotState(robot_model)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661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三个参数依次为：MoveItPy 实例、规划组名称、末端执行器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67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规划组与 SRDF 中定义一致；末端 link 决定位姿目标的参考对象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074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编程基本流程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官方推荐的编程范式是在节点类中封装"设置起始状态 → 设置目标 → 规划 → 执行"四步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初始化 MoveItPy + PlanningComponent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① 设置起始状态 ─── set_start_state_to_current_state()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② 设置规划目标 ─── 关节目标 / 位姿目标 / 命名位姿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③ 规划轨迹 ────── plan(planner_id=..., planning_time=...)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④ 执行轨迹 ────── execute(plan_result.trajectory)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702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教学文档在 MoveIt2Programmer(Node) 类的 plan_and_execute() 中完整演示该流程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每一步成功后再进入下一步，规划失败要检查 plan_result 再决策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041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配置参数与官方示例套件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MoveItPy 通过 config_files 加载运动学与规划器配置；官方教程套件给出六个可对照学习的组件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moveit = MoveItPy(node_name='moveit_py',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config_files=['config/kinematics.yaml',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'config/ompl_planning.yaml'])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862072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官方套件组件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MoveItPy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主入口与节点初始化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PlanningSceneMonitor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监听规划场景与碰撞环境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RobotModel / RobotState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机器人模型与状态描述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PlanComponents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装载各规划组组件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PoseGoal / JointGoal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两类目标示例程序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motion_planning 显示工具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RViz 中可视化规划结果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103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PlanningComponent 创建与参数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规划前先创建组件并设置公差与缩放因子，这些参数直接决定规划的精度与速度观感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 = PlanningComponent(moveit, 'arm_group', 'link5')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arm.set_goal_position_tolerance(0.01)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arm.set_goal_orientation_tolerance(0.01)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arm.set_max_velocity_scaling_factor(0.5)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arm.set_max_acceleration_scaling_factor(0.5)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64408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 API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set_goal_position_tolerance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目标位置公差（米）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set_goal_orientation_tolerance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目标姿态公差（弧度）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set_pose_reference_frame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位姿参考坐标系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'base_link'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get_end_effector_link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查询末端执行器 link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'link5'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set_max_velocity_scaling_factor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速度缩放 0.0~1.0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set_max_acceleration_scaling_factor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加速度缩放 0.0~1.0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126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目标设定四种方式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目标类型决定规划维度，PlanningComponent 提供四种等价入口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关节列表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set_joint_value_target([0.5, -0.3, ...])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按关节顺序给定弧度值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字典形式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set_joint_value_target({'joint1': 0.5})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指定关节名，可只写部分关节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命名位姿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set_named_target('home')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 SRDF 预定义姿态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末端位姿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set_pose_target(pose, 'link5')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先解 IK，再进行位姿规划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末端位姿目标的姿态由四元数给出，可借助 quaternion_from_euler(pi, 0, 0) 构造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位姿目标通常配合 set_pose_reference_frame('base_link') 明确参考系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10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规划执行与当前状态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plan() 返回规划结果对象，execute() 依赖控制器执行服务器；状态查询用 RobotState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plan_result = arm.plan(planner_id='RRTConnectkConfigDefault',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planning_time=5.0)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arm.execute(plan_result.trajectory)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arm.get_current_joint_values()      # 当前关节角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arm.get_current_pose('link5')       # 末端当前位姿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执行前提：/xarm_controller 与 /gripper_controller 的 follow_joint_trajectory 执行服务器在线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71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纯仿真可加载 arm_only.launch.py（含 controller_manager），程序中用有界等待确认执行服务器可用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84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规划结果包含轨迹点、规划耗时与完成度等信息，执行前应判空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05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关节空间规划与命名位姿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JointSpacePlanner 同时驱动手臂与手爪两个组件，run_sequence 演示完整抓取前置序列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run_sequence 流程：home → 开手爪 → 关节目标 1 → 关节目标 2 → 合手爪 → 回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手爪为棱柱关节：[0.65, 0.65] 为张开，[0.0, 0.0] 为闭合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28415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arm.set_start_state_to_current_state()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arm.set_joint_value_target([0.5, -0.3, 0.2, 0.1, 0.0, 0.0])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gripper.set_joint_value_target([0.65, 0.65])   # 张开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885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命名位姿在 SRDF 中定义，常用：home、vertical、horizontal、retract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017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set_named_target('home') 与关节目标方式完全等价，只是参数来自配置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在 RViz 中观察规划与执行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RViz 的 MotionPlanning 面板可同时显示规划轨迹与执行过程，是验证程序行为的直观手段</a:t>
            </a:r>
          </a:p>
        </p:txBody>
      </p:sp>
      <p:pic>
        <p:nvPicPr>
          <p:cNvPr id="7" name="Picture 6" descr="ch27_rviz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778" y="1901952"/>
            <a:ext cx="538349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RViz 中观察规划出的目标位姿与轨迹</a:t>
            </a:r>
          </a:p>
        </p:txBody>
      </p:sp>
      <p:pic>
        <p:nvPicPr>
          <p:cNvPr id="9" name="Picture 8" descr="ch27_rviz_exec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84" y="6656831"/>
            <a:ext cx="1368686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8455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RViz 中执行轨迹时机器人状态逐步逼近目标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19302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仿真运行：ros2 launch xarm_ros2_arm_only arm_only_move_group.launch.py use_rviz:=true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19886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运行实验程序：ros2 run moveit_fk_ik_lab fk_demo，再用 ros2 topic echo /joint_states --once 对照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2047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逆运动学规划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IKPlanner 只给末端位姿，MoveIt2 自动解算关节角并规划；参数配置参考自官方教程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arm.set_goal_position_tolerance(0.02)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arm.set_goal_orientation_tolerance(0.03)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arm.set_max_acceleration_scaling_factor(0.6)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arm.set_pose_reference_frame('base_link')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pose = PoseStamped()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pose.header.frame_id = 'base_link'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pose.pose.position.x = 0.3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pose.pose.orientation = quaternion_from_euler(pi, 0, 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arm.set_pose_target(pose.pose, 'link5')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702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plan_to_pose 流程：回 home → 构造位姿目标 → 设置起始状态 → 规划 → 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示例目标点：(0.3, 0.1, 0.25)、(0.3, -0.1, 0.25)、(0.4, 0.0, 0.35)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96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直接 IK/FK 求解与官方要点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KinematicsSolver 不经规划直接解算；正解由 RobotState 查询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直接 IK：目标位姿 → 关节角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solver = KinematicsSolver(moveit)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solution = solver.solve_ik('arm_group', target_pose,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'link5', robot_state, timeout=0.1)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joints = solution.get_joint_group_positions()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直接 FK：关节角 → 末端位姿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robot_state.set_joint_group_positions('arm_group', joints)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robot_state.update()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pose = robot_state.get_pose('link5')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7024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官方要点一：IK 通常作为规划目标而非独立数学函数；PlanComponents 先查询求解器（默认 KDL 数值 IK），对可跳过 IK 的关节空间目标会回退处理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760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官方要点二：RobotState.setFromIK 是官方 solveIK 示例的核心调用，可获得按评分排序的多个解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官方要点三：getGlobalLinkTransform 返回 Isometry3d 且无缓存，读取时机决定结果正确性；监控运行状态应订阅 /joint_states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995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大幅位姿跳变易落入奇异区或超出工作空间，呼应第 24 章 IK 三约束：多解性、存在性、奇异性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7083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多目标规划器与规划分析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MultiTargetPlanner 把关节规划与笛卡尔规划封装成统一接口；PlanAnalyzer 输出轨迹指标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MultiTargetPlanner: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go_home(self): ...            # 回 home 位姿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plan_joint_motion(self): ...  # set_joint_value_target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plan_cartesian_motion(self): ...  # set_pose_target(pose, 'link5')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run_demo 演示：home → 关节运动 1 → home → 笛卡尔运动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764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PlanAnalyzer 分析规划结果：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97096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轨迹点数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离散化后的路径采样密度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总时长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末点 time_from_start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规划耗时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plan() 调用自身开销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关节运动范围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各关节最小/最大角位移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79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排错三步法与仿真结合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规划失败按官方三步诊断；仿真结合时先确认 MotionPlanning 面板已添加</a:t>
            </a:r>
          </a:p>
        </p:txBody>
      </p:sp>
      <p:pic>
        <p:nvPicPr>
          <p:cNvPr id="7" name="Picture 6" descr="ch27_rviz_add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457" y="1901952"/>
            <a:ext cx="539414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RViz 中通过 Add 按钮添加 MotionPlanning 面板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6656831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看什么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规划日志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 code 1/2/3：1 起始状态越限、2 目标不可达（IK 无解）、3 规划器超时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RViz Planning Scene 面板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勾选显示 start/goal 状态，目测目标是否在可行域内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move_group debug 日志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采样失败发生在哪个空间维度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pic>
        <p:nvPicPr>
          <p:cNvPr id="10" name="Picture 9" descr="ch17_ik_dem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808" y="8028431"/>
            <a:ext cx="3709439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92171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fk_ik_lab 程序在仿真中的运行输出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564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MoveItPy 三大核心类：MoveItPy 主入口、PlanningComponent 规划组件、RobotState 状态对象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编程四步流程：设置起始状态 → 设置目标 → plan() → execute()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目标四种方式：关节列表、字典、命名位姿、末端位姿——类型决定规划维度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公差与缩放因子须在规划前设置：位置/姿态公差控制精度，缩放因子控制快慢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关节空间目标用 set_joint_value_target/set_named_target，位姿目标用 set_pose_target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直接求解：KinematicsSolver.solve_ik 求 IK，RobotState 的 get_pose 求 FK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排错三步：规划日志 error code → RViz start/goal 可视化 → move_group debug 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96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编写程序让机械臂依次运动到 5 个不同的关节目标，每次到达后输出当前关节值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让末端执行器沿 Z 轴上升 0.1 米、沿 X 轴移动 0.2 米，再回到初始位置（使用位姿目标）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分别用命名位姿与关节目标两种方式让机械臂到达同一姿态，对比规划结果的轨迹点数与总时长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使用 IK 求解器计算位姿 (0.3, 0.1, 0.2, roll=pi) 对应的关节角，并验证解的正确性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编写正运动学程序：读取 /joint_states 中的关节角，输出末端 link5 的位姿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第27章 PPT：MoveIt2 Python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下一章：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 28 章 MoveIt2 笛卡尔空间与避障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预告内容：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笛卡尔连续路径规划（笛卡尔空间多路径点）、路径约束与避障策略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与本章关系：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本章的 set_pose_target 只解决"单个位姿目标"；下一章把多个位姿串成连续路径，并让机器人在障碍物环境中安全通过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