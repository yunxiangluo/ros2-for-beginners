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4 章服务通信的标题页。上一章话题是异步多对多，本章的同步请求-响应模式补上了另一半拼图。全章 2 课时，先建立服务模型，再学 Server 与 Client 的 API，最后落到超时、重试与降级三层容错。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旁白：六条目标与前章结构呼应：前三条覆盖请求-响应模型、.srv 接口定义与核心 API，后三条聚焦调用方式差异与服务容错。学习时建议对照推进，每学完一节回看本页，确认对应目标已经掌握。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旁白：时序图展示了服务通信的骨架：客户端发出带 call_id 的请求，服务端调用 process_request 处理后返回响应。记住三个关键词：同步、一对一、即问即答。与话题的持续数据流不同，服务适合查询状态、触发一次性动作这类短任务。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旁白：.srv 文件的结构非常简单：一条分隔线，上方是请求字段，下方是响应字段，均为类型加名称。AddTwoInts 是最经典的入门示例。注意服务类型的完整写法是包名加目录加服务名，双方必须使用同一类型，通信协议才能对上。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旁白：服务端三步走：继承 Node、用 create_service 注册服务与回调、在回调中填充 response 并返回。回调签名为 fn(request, response)，必须返回 response 对象，这是初学者最常见的遗漏。程序 4-1 可直接照抄到工程中使用。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旁白：客户端同样三步：create_client 创建客户端，wait_for_service 等待服务上线，call_async 异步发送请求并返回 future。while 循环配合 timeout_sec=1.0 是等待上线的惯用写法。下一页会看到调用结果的两种取回方式。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旁白：ros2 service 四条命令覆盖服务调试的主要场景：list 列服务、type 查类型、find 按类型反查、call 直接调用。用 call 调用 /spawn 不写一行代码即可验证服务端逻辑，务必掌握。下方两张官方动图展示了单客户端与多客户端的调用形态。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旁白：自定义服务与自定义话题消息流程一致：独立接口包、.srv 文件、CMake 构建。要特别记住工程约定：接口定义改动后，所有依赖包必须重新 colcon build，否则会报出难以定位的接口不匹配错误。跨包引用其他类型也是允许的。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旁白：取回 future 结果有两种方式：同步用 spin_until_future_complete 阻塞等待，异步用 add_done_callback 注册回调。对照表请重点看阻塞行为一栏：同步会卡住主线程，异步则不阻塞。简单顺序流程用同步，并发或事件驱动场景用异步。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旁白：官方实践给出标准姿势：先等待、再调用。客户端在服务端未启动时直接调用会立即报错，wait_for_service 就是为此而生。同时注意服务回调运行在 spin 执行线程内，复杂工作应移到独立线程或改用 Action。下方截图是练习 4.4 的验证输出。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旁白：超时处理是第一层防护：用 spin_once 以 0.1 秒为步长轮询，配合 future.done() 判断完成；超时则调用 future.cancel() 并返回 None。相比 spin_until_future_complete 的一次性等待，轮询方式能在超时后执行自定义日志与清理逻辑。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旁白：重试机制的关键是有限次加退避：每次先 wait_for_service 确认服务在线，调用失败后打印重试进度，超过上限就返回 None 并记录错误。下方的练习 4.4 输出展示了 Server 未上线时客户端反复等待、上线后立即成功的完整过程。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层容错是本节的方法论总结：第一层超时防止无限阻塞，第二层重试应对瞬时故障，第三层降级在多次失败后切换备用策略，如返回本地默认值。这套模式在导航、机械臂等真实系统中大量使用。可结合练习 4.5 的并发测试加深体会。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旁白：本页演示服务与仿真的并存运行：三个终端分别启动 Gazebo、服务端与客户端。观察点很清晰——服务调用是独立的一次性请求，Gazebo 的 /scan、/odom、/tf 话题流不受影响。把 C++ 命令换成 Python 版本，还能对比两种语言的 API 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旁白：六条要点回顾全章：前四条对应模型、接口与两端 API，第五条区分同步与异步调用，第六条强调生产环境必须有超时、重试与降级。建议逐条自查，能完整复述 create_service 与 call_async 的用法后，再进入练习环节。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覆盖本章主线：第一题复现经典加法示例，第二题设计天气查询服务，第三四题分别验证超时与重试，第五题观察并发行为，第六题用命令行直接调用。完成后对照三层容错框架，确认每种容错手段都亲手触发过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旁白：下一章进入动作通信：目标、反馈、结果三段式设计，专为耗时数秒以上的长任务而生。Action Server 与 Client 的回调链、取消与抢占机制都会展开。服务章节打下的容错思维在动作通信中会进一步深化，请先完成本章练习再继续。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服务通信（Services）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4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教学方式：讲授 +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理解请求-响应模型：同步、一对一、立即获取结果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.srv 服务接口的字段定义（Request / Response）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create_service / create_client 的核心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ros2 service 命令行工具与自定义服务消息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区分同步调用与异步调用的阻塞行为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掌握服务超时、重试与降级的三层容错实践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服务通信架构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同步请求-响应；一次调用一次应答；一个 Server 可并发服务多个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                                  Server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──── Request (call_id, args) ────────►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       │ process_request()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◄──── Response (call_id, result) ────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   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4-1：服务通信请求-响应时序图。一个 Server 可并发处理多个 Client 请求。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服务通信采用同步请求-响应模式，适用于需要立即获取结果的一次性操作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9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与话题的「持续数据流」不同，服务是「问一次、答一次」的短任务通信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0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服务接口定义（.srv 文件）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--- 分隔线：上方 Request、下方 Response；字段为类型 + 名称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AddTwoInts.srv — 两整数相加服务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a                  # 请求：第一个加数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b                  # 请求：第二个加数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                      # 分隔线（上：请求，下：响应）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sum                # 响应：相加结果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string message           # 响应：附加消息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分隔线 --- 上方定义 Request 字段，下方定义 Response 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服务类型 = 包名 + 服务名（如 example_interfaces/srv/AddTwoInts），Server 与 Client 双方以同一类型约定通信协议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84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Server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create_service(类型, 名称, 回调)；回调签名为 fn(request, response)，必须返回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rclpy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rclpy.node import Node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example_interfaces.srv import AddTwoInts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AddTwoIntsServer(Node):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super().__init__('add_two_ints_server')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创建服务：服务名 "add_two_ints"，类型 AddTwoInts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self.srv = self.create_service(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AddTwoInts,                    # 服务类型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'add_two_ints',                # 服务名称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self.handle_add_two_ints)      # 回调函数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handle_add_two_ints(self, request, response):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"""处理服务请求 — request包含a,b; response包含sum"""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response.sum = request.a + request.b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response.message = f'{request.a} + {request.b} = {response.sum}'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f'收到请求: {request.a} + {request.b} = {response.sum}')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response                    # 必须返回 response 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6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4-1：Service Server 完整示例。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67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Client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create_client(类型, 名称)；wait_for_service 等待上线；call_async 返回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446989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example_interfaces.srv import AddTwoInts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AddTwoIntsClient(Node):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super().__init__('add_two_ints_client')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创建客户端：服务名 "add_two_ints"，类型 AddTwoInts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self.client = self.create_client(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AddTwoInts, 'add_two_ints')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send_request(self, a, b):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"""发送异步服务请求"""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等待服务上线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while not self.client.wait_for_service(timeout_sec=1.0):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self.get_logger().info('等待服务上线...')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构造请求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request = AddTwoInts.Request()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request.a = a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request.b = b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异步发送请求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future = self.client.call_async(request)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98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4-2：Service Client 异步调用示例。使用 call_async 发送异步请求，返回 future 对象。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2130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官方要点：服务模型与命令行工具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服务适合「查询状态、触发一次性动作」；ros2 service 四命令调试服务端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list                # 列出全部服务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type /spawn        # 查询服务类型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find &lt;类型&gt;         # 按类型找服务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call /spawn turtlesim/srv/Spawn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"{x: 2.0, y: 2.0, theta: 0.0, name: ''}"   # 命令行直接调用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440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官方以小乌龟 /spawn、/clear、/set_pen 等服务为例：ros2 service call 不写一行代码即可验证服务端逻辑，是调试服务端最快捷的手段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70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服务是短任务；耗时数秒且有进度的任务应改用第 5 章的动作通信</a:t>
            </a:r>
          </a:p>
        </p:txBody>
      </p:sp>
      <p:pic>
        <p:nvPicPr>
          <p:cNvPr id="10" name="Picture 9" descr="Service-SingleServiceClien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091" y="4690872"/>
            <a:ext cx="2716872" cy="1527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官方服务演示：单个客户端一次「请求-响应」调用</a:t>
            </a:r>
          </a:p>
        </p:txBody>
      </p:sp>
      <p:pic>
        <p:nvPicPr>
          <p:cNvPr id="12" name="Picture 11" descr="Service-MultipleServiceClien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406" y="6656832"/>
            <a:ext cx="1952243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78455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官方服务演示：多个客户端向同一服务发起调用，Server 逐个应答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193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自定义服务消息与接口包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.srv 与 .msg 同样在独立接口包定义；接口改动后依赖包须重新 colcon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Example.srv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上半部分：请求字段（可含多个字段）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b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下半部分：响应字段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int64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接口包编译后即可被服务端与客户端共同引用；也支持跨包引用其他包定义的类型（如 sensor_msgs/Image）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99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接口类型定义改动后，所有依赖它的包都必须重新 colcon build，否则运行时出现「接口不匹配」的隐晦错误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工程约定：接口包保持独立、少量高频改动，便于大型团队协作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13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同步调用 vs 异步调用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同步 = 阻塞等待结果；异步 = add_done_callback 回调里取结果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同步调用 — 阻塞主线程直到收到响应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future = self.client.call_async(req)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rclpy.spin_until_future_complete(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self, future, timeout_sec=5.0)   # 同步等待完成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result = future.result()             # 获取结果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64408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异步调用 — 通过回调处理结果，不阻塞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future = self.client.call_async(req)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future.add_done_callback(self.response_callback)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response_callback(self, future):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result = future.result()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self.get_logger().info(f'Result: {result.sum}')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02920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同步调用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异步调用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等待方式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spin_until_future_complete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add_done_callback 注册回调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阻塞行为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阻塞主线程直到响应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不阻塞，可继续处理其他任务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结果获取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future.result() 直接取值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回调函数内 future.result()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简单顺序流程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并发多路请求、事件驱动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711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官方要点：编写 Service 与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「先等待、再调用」是标准姿势；服务回调运行在 spin 执行线程内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服务端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self.srv = self.create_service(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AddTwoInts, 'add_two_ints', self.add_two_ints_callback)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客户端 — 三步走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self.client = self.create_client(AddTwoInts, 'add_two_ints')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while not self.client.wait_for_service(timeout_sec=1.0):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self.get_logger().info('等待服务上线...')   # 先等待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future = self.client.call_async(request)        # 再调用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rclpy.spin_until_future_complete(self, future, timeout_sec=5.0)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0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客户端在服务端未启动时调用会立即报错，因此「先等待、再调用」是标准姿势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908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服务回调运行在 spin 的执行线程内，复杂工作应移到独立线程或改用 Action，避免阻塞其他回调</a:t>
            </a:r>
          </a:p>
        </p:txBody>
      </p:sp>
      <p:pic>
        <p:nvPicPr>
          <p:cNvPr id="10" name="Picture 9" descr="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00" y="5404104"/>
            <a:ext cx="10348855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928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练习 4.4 的 client_wait 运行输出：Server 启动后，等待中的客户端立即完成调用并打印求和结果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9402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4.3.1 超时处理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spin_once 轮询 + future.done() 判断；超时后 future.cancel() 并返回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time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call_with_timeout(self, a, b, timeout=5.0):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req = AddTwoInts.Request()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req.a = a; req.b = b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future = self.client.call_async(req)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start_time = time.time()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带超时的轮询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while rclpy.ok():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rclpy.spin_once(self, timeout_sec=0.1)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future.done():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 future.result()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time.time() - start_time &gt; timeout: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self.get_logger().error('服务调用超时！')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future.cancel()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 None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6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4-3：服务调用超时处理模式。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67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超时保护防止客户端无限期阻塞，是服务调用的第一层防护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87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4.3.2 重试机制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wait_for_service 确认在线 + 有限次重试；全部失败后返回 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call_with_retry(self, a, b, max_retries=3):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"""带重试的服务调用"""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attempt in range(max_retries):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self.client.wait_for_service(timeout_sec=2.0):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req = AddTwoInts.Request()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req.a = a; req.b = b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future = self.client.call_async(req)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rclpy.spin_until_future_complete(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self, future, timeout_sec=5.0)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future.result() is not None: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return future.result()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self.get_logger().warn(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f'重试 {attempt + 1}/{max_retries}...')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self.get_logger().error('所有重试均失败！')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34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练习 4.4 中 client_wait 的运行输出：Server 不在线时反复检查并提示「等待服务上线」，Server 一上线立即调用成功</a:t>
            </a:r>
          </a:p>
        </p:txBody>
      </p:sp>
      <p:pic>
        <p:nvPicPr>
          <p:cNvPr id="9" name="Picture 8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771" y="6106668"/>
            <a:ext cx="3423513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2953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练习 4.4 运行输出：Server 未启动时，client_wait 反复检查服务、提示尚无服务可用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6428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4.3.3 三层容错实践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rclpy Future 双用法；容错三层：超时 → 重试 → 降级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容错层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对应知识点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第一层：超时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spin_until_future_complete(timeout_sec) 超时即放弃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4.3.1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第二层：重试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对超时或网络错误做有限次退避重试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第三层：降级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多次失败后切换备用策略（如本地默认值）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4.3.3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call_async 返回的 Future 可用 add_done_callback 注册完成回调，也可用 spin_until_future_complete 阻塞等待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793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The Construct 称此为「健壮服务客户端模式（Robust Service Client Pattern）」，在导航、机械臂等真实应用中大量使用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92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建议结合练习 4.5 的并发测试观察服务端在并发请求下的行为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13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仿真结合实例：服务节点与 Gazebo 巡检仿真并行运行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同一 ROS 2 图中并存：Gazebo 持续话题流 + 服务一次性调用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1：启动 Gazebo 仿真（gui/rviz/drive 均关闭）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gui:=false rviz:=false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2：启动服务端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service_demo_cpp server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3：查询服务并发送请求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list | grep greetings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service_demo_cpp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观察点：ros2 service list 能发现 /greetings，客户端返回服务器的响应文本；Gazebo 仍独立发布 /scan、/odom、/tf——服务调用不会替代传感器话题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将 C++ 命令替换为 ros2 run service_demo_py server_demo 与 client_demo，可对比两种语言的 Client/Server API</a:t>
            </a:r>
          </a:p>
        </p:txBody>
      </p:sp>
      <p:pic>
        <p:nvPicPr>
          <p:cNvPr id="10" name="Picture 9" descr="ch04_servi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263" y="6080760"/>
            <a:ext cx="3504528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7269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服务通信是同步请求-响应模式：Client 发送 Request，Server 返回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.srv 文件用 --- 分隔：上半部分 Request、下半部分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Server 使用 create_service(类型, 名称, 回调)，回调签名为 fn(request, response)，必须返回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Client 使用 create_client(类型, 名称)，wait_for_service 等待上线后用 call_async() 发送请求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268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同步调用用 spin_until_future_complete()；异步调用用 add_done_callback()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0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生产环境必须处理超时和重试（必要时降级），提高系统鲁棒性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基于 example_interfaces/srv/AddTwoInts 编写 Server 和 Client 节点，验证加法功能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设计 .srv 文件 WeatherQuery.srv（输入：城市名 string；输出：温度 float64 + 天气 string），实现查询服务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测试服务超时：Client 设置 1 秒超时，Server 处理时间设为 3 秒，观察超时行为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编写带重试机制的 Client_wait：Server 不在线时自动重试 3 次，对比 Server 未启动与启动后的输出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测试多个 Client 同时向同一个 Server 发送请求时的并发处理行为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使用 ros2 service call 命令行调用服务，验证 Server 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第4章 PPT：服务通信（Services）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5 章：动作通信（Actions）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目标（Goal）、反馈（Feedback）、结果（Result）三段式通信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Action Server / Action Client 的编写与回调链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取消与抢占机制，支撑长时间任务的工程实践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