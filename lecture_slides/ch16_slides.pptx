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旁白：各位同学大家好，欢迎进入第十六章。本章聚焦 ROS2 官方导航框架 Nav2，从架构、行为树、生命周期三大主线入手，认识它如何替代 ROS1 的 move_base。建议大家带着"导航要解决哪三个核心问题"的疑问开始学习，后续内容都围绕这条主线展开。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旁白：本页的六项学习目标由宏观到微观排布：先建立架构观，再掌握行为树与生命周期两个核心机制，随后落到核心组件功能、配置启动，最后用 Simple Commander 编程收尾。前五项偏理解与操作，第六项需要动手实践，建议学完理论后在仿真环境中完整跑通一次导航任务再进入下一章。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旁白：导航三大问题恰好对应机器人"我在哪里、要去哪里、怎么去"的完整决策闭环。定位通常由 AMCL 粒子滤波完成，目标设定来自用户或上层任务系统，规划与控制则拆成全局搜索与局部避障两层。三者的运行频率不同：定位与全局规划是低频任务，局部规划与运动控制运行在实时层，理解这一点有助于把握 Nav2 的分层设计。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旁白：Nav2 的设计目标可概括为四个关键词：模块化、可扩展、鲁棒性、资源高效。模块化依靠插件机制承载各项能力，可扩展允许用户自定义规划器、控制器与恢复行为，鲁棒性由行为树的容错机制保证，资源高效则靠生命周期管理实现按需启停。四个目标环环相扣，共同决定了 Nav2 的架构走向。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旁白：该图展示 Nav2 的完整数据流：用户经 RViz2 或 Simple Commander 下发目标，通过 NavigateToPose Action 交给行为树导航器，再分流给 Planner 与 Controller 两类服务器，最终落到代价地图与传感器定位层。注意自上而下的目标请求与自下而上的传感器反馈是并存的，这张总览图是理解后续章节的地图。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旁白：这张对照表便于 ROS1 用户迁移学习：Nav2 的每个组件几乎都能在 move_base 体系里找到对应物，只有航点跟随是新功能。需要强调的是，bt_navigator 只做决策编排，规划、控制、恢复等实际能力全部由各 Action 服务器提供，组件间松耦合、可独立替换，这正是插件化架构的核心思想。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旁白：本表揭示了 Nav2 与 move_base 最本质的差异在决策模型：前者用行为树表达导航策略，后者是固定的有限状态机。因此恢复行为从写死的失败处理序列变成行为树中的节点，可随场景裁剪，例如只保留旋转与清理代价地图。从工程角度看，这种可编程决策为复杂导航任务留出了充分的定制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旁白：行为树把决策拆成控制、装饰、执行三类节点：控制节点决定分支走向，装饰节点附加重复、限频等策略，执行节点完成具体动作。与有限状态机相比，行为树的节点可复用、树形结构直观、支持 XML 可视化调试，容错由节点组合自然表达，这正是 Nav2 选择行为树作为决策框架的根本原因。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旁白：这份流程值得逐层解读：外层 PipelineSequence 先以 1Hz 频率规划全局路径，成功后转入 10Hz 的路径跟踪，两个分支还能并发推进。每个阶段各自挂接 RecoveryNode，失败时依次执行清理代价地图或旋转、等待、后退等恢复动作后重试，这套"重规划加恢复"机制就是 Nav2 容错导航的内核。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旁白：状态机图展示了生命周期节点的四个状态与转换动作：先 configure 完成初始化，再 activate 激活，运行中可 deactivate 暂停、cleanup 清理、shutdown 收尾。configure 与 activate 分离的用意在于组件可先统一初始化、校验就绪后再整体激活，配合生命周期管理器的一键启动与失败回滚，实现机器人上鲁棒且节省资源的运行管理。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旁白：Planner 与 Controller 一高一低：前者在全局代价地图上搜索无碰撞路径，后者跟踪路径并实时避障，输出 cmd_vel 速度指令。表中三种局部控制器各有侧重：DWB 参数直观适合差速底盘入门，MPPI 用无约束轨迹优化生成平滑轨迹适合高动态场景，RPP 以受调节的纯跟踪实现安全限速适合巡线，选型主要权衡计算量与平滑性。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旁白：Behavior Server 兜底管理导航失败时的恢复策略，而代价地图把环境建模为带代价值的栅格。表中四个图层插件各司其职：静态层加载预建地图，障碍物层实时融合传感器观测，膨胀层扩大安全距离，体素层感知三维障碍。全局与局部代价地图的图层侧重不同，正对应离线规划与在线避障两种用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旁白：启动命令的关键在参数：map 指定预建地图，params_file 载入按节点名分段编写的配置，带 bringup 的脚本还会自动启动定位节点。Simple Commander 的编程范式固定：先等待 Nav2 各组件就绪，再发送目标、周期读取反馈并检查最终结果，另有 goThroughPoses、followWaypoints 等接口可组合出复杂的多目标任务。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旁白：演示环节注意两个观察点：一是执行 ros2 lifecycle 命令时各组件状态从 Unconfigured 逐一切换到 Active 的过程；二是在 RViz2 中设定目标后机器人沿全局路径行驶并实时局部避障，遇阻时 Spin、BackUp、Clear Costmap 的触发顺序与行为树配置一一对应，可回到 P9 的流程图对照理解。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旁白：本章要点可浓缩为一句话：Nav2 以行为树做决策、以生命周期管启停、以插件承载能力。七条要点覆盖从三大问题的提出到 Simple Commander 编程的完整知识链，其中四层架构、行为树容错与代价地图分层是后续章节反复使用的基础，建议对照 P5 的架构图重点记忆。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旁白：五道练习题由浅入深：前两题考察架构图绘制与参数文件编写，第三题要求用 Simple Commander 实现五点巡航并间隔停留，第四题分析生命周期管理对鲁棒性与资源效率的价值，第五题综合设计带电池检查与回充的行为树。最后一题最能检验本章掌握程度，建议课后动手写出完整 XML。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旁白：本章建立了 Nav2 的整体框架，但代价地图的分层建模只是作了概述。下一章将聚焦全局代价地图，深入图层插件、膨胀机制与参数调优，并对比全局与局部代价地图的差异，这些内容是学习第十八章路径规划算法的必要前提，建议先回顾 P12 的表格做好衔接。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教学方式：讲授 + 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主线：导航三大问题 → Nav2 四层架构 → 行为树导航 → 生命周期管理 → 核心组件 → 启动配置与演示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Navigation2 整体架构和设计思想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掌握行为树驱动的导航决策框架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 ROS2 生命周期节点管理机制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Nav2 核心组件（BT Navigator、Planner、Controller 等）及其功能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能够配置和启动 Nav2 导航系统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会使用 Simple Commander API 编写导航任务脚本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导航的三大问题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定位、目标设定、规划与控制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机器人自主导航需要解决三个核心问题：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我在哪里？——定位问题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：使用 AMCL 或 SLAM 确定机器人在地图中的位置；输入激光雷达、里程计、地图，输出机器人位姿估计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我要去哪里？——目标设定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：由用户或任务系统指定目标位姿；可通过 RViz2 可视化设定，或由上层调度系统下发目标点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我要怎么去？——规划与控制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：全局规划计算起点到终点的无碰撞路径；局部规划实时避障和路径跟踪；运动控制生成速度指令驱动机器人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概述与设计目标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官方导航框架、插件化、行为树容错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Nav2（Navigation2）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是 ROS2 的官方导航框架，替代 ROS1 中的 move_base，采用行为树驱动的插件化架构。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设计目标：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模块化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：核心功能以插件形式提供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可扩展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：支持自定义规划器、控制器、恢复行为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鲁棒性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：行为树驱动的容错机制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资源高效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：通过生命周期管理按需启停组件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四层架构总览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四层架构、NavigateToPose Action、数据流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用户接口层:  RViz2 | Simple Commander | 任务调度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↓ 导航目标 (NavigateToPose Action)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行为树导航器 (BT Navigator)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↓     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Planner Server    Controller Server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Dijkstra/A*       DWA/RPP/MPPI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↓     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Global Costmap    Local Costmap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传感器/里程计/地图/定位 (LaserScan, Odometry, Map, AMCL)</a:t>
            </a:r>
          </a:p>
        </p:txBody>
      </p:sp>
      <p:pic>
        <p:nvPicPr>
          <p:cNvPr id="8" name="Picture 7" descr="nav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04" y="3977640"/>
            <a:ext cx="3584446" cy="2240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16-w1：Nav2 系统架构（来源：docs.nav2.org）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核心组件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组件划分与职责、与 ROS1 的对应关系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 ROS1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bt_navigator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行为树导航决策引擎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move_base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planner_server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全局路径规划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global_planner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controller_server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局部路径规划与控制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local_planner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costmap_2d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全局/局部代价地图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costmap_2d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behavior_server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恢复行为管理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recovery_behaviors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amcl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粒子滤波定位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amcl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map_server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地图加载与服务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map_server</a:t>
                      </a:r>
                    </a:p>
                  </a:txBody>
                  <a:tcPr marL="50800" marR="50800" marT="12700" marB="12700" anchor="ctr"/>
                </a:tc>
              </a:tr>
              <a:tr h="27432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waypoint_follower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航点跟随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官方文档将 Nav2 描述为"一组松耦合、可独立替换的组件"：bt_navigator 只做决策编排，实际能力全部由 Action 服务器提供。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194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vs move_base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从固定恢复流程到可编程决策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Nav2 (ROS2)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move_base (ROS1)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行为树驱动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有限状态机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可扩展性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插件化，高度可定制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有限的自定义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生命周期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生命周期节点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标准节点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多机器人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需额外配置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恢复行为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可配置行为树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固定恢复序列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语言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C++/Python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C++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关键区别：恢复行为不再是一串写死的 fallback，而是行为树中的一等公民节点，可按场景裁剪。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行为树基础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控制节点、装饰节点、执行节点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行为树（Behavior Tree）是用于控制决策流程的树形结构：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控制节点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：Sequence（顺序执行，全部成功才成功）、Fallback（任一成功则成功）、Parallel（并行执行）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装饰节点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：Repeater（重复）、Inverter（反转）、RateController（限频）、Condition（条件检查）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执行节点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：Action（执行导航、旋转等具体任务）、Condition（检查是否到达目标等）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169663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行为树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有限状态机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高，节点可重用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低，状态转换耦合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可读性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树形结构直观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状态图复杂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调试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可视化 XML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日志跟踪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容错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需显式设计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默认行为树与执行流程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navigate_to_pose.xml、PipelineSequence、RecoveryNode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默认导航行为树 navigate_to_pose.xml 的执行流程：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接收到导航目标 {goal}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└─ PipelineSequence: NavigateWithRecovery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├─ 第一阶段 RateController(1Hz): 全局规划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│    ├─ ComputePathToPose 计算全局路径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│    └─ 失败 → RecoveryNode: ClearEntireCostmap 后重试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└─ 第二阶段 RateController(10Hz): 路径跟踪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├─ FollowPath 执行跟踪（10Hz 重规划）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└─ 失败 → RecoveryNode: Spin → Wait → BackUp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→ ClearEntireCostmap → 重试 FollowPath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97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PipelineSequence：前序分支保持运行、后续分支并发推进（支持跟踪中 1Hz 重规划）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0293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nav2_behavior_tree 包内置约 50 个现成节点（IsPathValid、GoalUpdated、ClearCostmapService 等），可用 Groot 可视化编辑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087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生命周期节点管理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状态机、生命周期管理器、一键启动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所有导航组件均为生命周期节点（Lifecycle Node），具有明确的状态转换：</a:t>
            </a:r>
          </a:p>
        </p:txBody>
      </p:sp>
      <p:pic>
        <p:nvPicPr>
          <p:cNvPr id="8" name="Picture 7" descr="lifecycle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012" y="2322576"/>
            <a:ext cx="3735031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16-w2：ROS2 生命周期节点状态机（来源：design.ros2.org）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56831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状态：Unconfigured → Inactive → Active → Finalized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700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转换：configure / activate / deactivate / cleanup / shutdown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08329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常用命令：ros2 lifecycle get &lt;节点&gt;、ros2 lifecycle set &lt;节点&gt; activate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796527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生命周期管理器可一键启动：创建所有节点 → 依次 configure → 依次 activate，未就绪即回滚，保证系统鲁棒性与资源高效利用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50975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Planner Server 与 Controller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全局规划 ComputePathToPose、局部跟踪 FollowPath、cmd_vel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Planner Server（全局规划）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：在全局代价地图上搜索起点到终点的无碰撞路径，支持 Navfn（Dijkstra/A*）、SMAC（含 Hybrid-A*，支持阿克曼底盘）等插件，通过 ComputePathToPose Action 提供服务。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Controller Server（局部规划与控制）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：跟踪全局路径并避开动态障碍物，实时处理激光数据并输出 cmd_vel 速度指令。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91363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插件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DWB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经典 DWA 实现，参数直观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差速底盘入门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MPPI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采样式（MPC）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无约束轨迹优化，平滑高效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高动态场景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几何跟踪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regulated pure pursuit，限速安全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简单可靠的巡线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2852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Behavior Server 与代价地图层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恢复行为、代价地图分层建模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Behavior Server（恢复行为）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：管理导航失败时的恢复策略，包括 Spin（原地旋转）、BackUp（后退）、Drive on Heading（沿当前方向前进）、Wait（等待）、Clear Costmap（清除代价地图）。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代价地图层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：将环境建模为带代价值的栅格：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328416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插件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StaticLayer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加载预建地图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障碍物层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ObstacleLayer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传感器实时障碍物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膨胀层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InflationLayer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障碍物膨胀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体素层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VoxelLayer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3D 障碍物感知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010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全局代价地图偏重静态层+膨胀层（离线规划），局部代价地图偏重障碍物层+滚动窗口（在线避障）。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24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启动与配置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nav2_bringup、nav2_params.yaml、Simple Commander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使用预建地图启动导航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nav2_bringup navigation_launch.py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map:=./maps/office_map.yaml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params_file:=./config/nav2_params.yaml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use_sim_time:=true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自动启动（包含定位）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nav2_bringup bringup_launch.py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map:=./maps/office_map.yaml use_sim_time:=true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nav2_params.yaml 按节点名分段配置：bt_navigator、planner_server、controller_server、global_costmap、local_costmap、amcl 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67528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Simple Commander API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（生产级封装）：BasicNavigator + waitUntilNav2Active() 等待就绪 → goToPose(goal) 发送目标 → getFeedback() 监控剩余距离 → getResult() 检查结果；还提供 goThroughPoses、followWaypoints 等多目标接口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9585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运行演示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启动 Nav2 组件、观察生命周期状态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演示步骤：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启动仿真环境与 Nav2 导航栈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ros2 lifecycle list 查看 Nav2 组件的生命周期状态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在 RViz2 中使用 Navigation2 设定目标点，观察全局路径与局部轨迹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人为遮挡目标点，观察 Spin/BackUp/Clear Costmap 恢复行为</a:t>
            </a:r>
          </a:p>
        </p:txBody>
      </p:sp>
      <p:pic>
        <p:nvPicPr>
          <p:cNvPr id="12" name="Picture 11" descr="nonlab_nav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20" y="4590288"/>
            <a:ext cx="2682814" cy="16276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导航三大问题：我在哪里（定位）、我要去哪里（目标设定）、我要怎么去（规划与控制）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 是 ROS2 官方导航框架，采用行为树驱动的插件化架构，四层结构清晰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行为树通过 PipelineSequence、RecoveryNode、RateController 实现"重规划 + 恢复"的容错导航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生命周期节点提供明确的状态机，生命周期管理器支持一键有序启动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核心组件：BT Navigator 决策编排，Planner/Controller/Behavior Server 各司其职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代价地图分层建模：静态层、障碍物层、膨胀层、体素层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Simple Commander API 是生产级 Python 封装，适合编写业务导航逻辑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10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架构题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：绘制 Nav2 的系统架构图，说明各组件之间的数据流和依赖关系。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：编写 nav2_params.yaml，包括行为树导航器、全局规划器、局部控制器和代价地图的完整配置。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：使用 nav2_simple_commander 编写多点导航程序，机器人依次访问 5 个目标点，每到达一个点后暂停 3 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：分析 Nav2 使用生命周期节点管理的优势，说明状态转换机制如何提高系统鲁棒性和资源利用效率。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：设计一个自定义导航行为树，包含电池检查、前往充电桩、充电等待、继续任务，写出对应 XML。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第16章 Nav2 架构与核心组件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第17章 全局代价地图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代价地图的分层结构与数据流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静态层、障碍物层、膨胀层的工作原理与参数调优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全局/局部代价地图的配置差异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传感器数据融合与滚动窗口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代价地图常见问题排查（穿墙、膨胀过大、更新卡顿）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