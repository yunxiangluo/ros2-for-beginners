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旁白：各位同学好，上一章我们认识了 Nav2 的整体架构，本章深入其中最基础的数据结构——全局代价地图。课程沿"栅格代价语义、多层融合、在线调参"三条线索推进，内容基于 Nav2 官方 Costmap2D 文档。掌握本章后，大家就能解释路径为什么绕行、为什么穿墙这类常见现象。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六项目标从代价值语义与数据结构起步，经分层架构、图层配置、膨胀公式，最后落到参数调优与监控诊断。其中膨胀公式与调优原则是实际调试的高频点，建议每学完一节就对照目标自查掌握程度，收尾时可用第六项的玻璃墙场景做综合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旁白：表中五个代价值区间是本章的语言基础：0 表示自由通行，1 到 127 是内切危险区，128 到 253 随接近障碍代价升高，254 为致命栅格，255 表示尚未观测的未知区。规划器优先挑选低代价栅格，因此理解这些语义就等于读懂了规划器的"地图语言"，track_unknown_space 参数决定未知区是否按障碍处理。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旁白：这张数据流图说明代价地图的本质是一张二维 uint8 数组：world_to_grid 把世界坐标换算成栅格索引，get_cost 读取代价，set_cost 更新后再经 grid_to_world 还原世界坐标。分辨率与原点是坐标映射的两个关键成员，Python 版常用 numpy 承载数组并通过 to_occupancy_grid 输出消息。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旁白：图中从障碍物向外的颜色渐变直观展示了代价梯度的衰减过程，越靠近障碍颜色越深、代价越高。注意 Nav2 官方把 254 定为致命、253 为内切必然碰撞档、255 为未知，与直觉略有差别；track_unknown_space 开启后未知区按 255 参与规划，关闭则按空闲处理，这一开关在演示和排查时经常用到。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图中各图层把不同来源的数据各自加工，主代价地图逐栅格取最大值完成融合，因此任何一层报出的高风险都会生效。表格列出六种图层插件的数据来源与更新方式，需要特别注意的是膨胀层必须放在最后执行，否则后续图层新出现的障碍将得不到膨胀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旁白：本表对比了两种代价地图：全局图挂在 map 坐标系、覆盖整张已知地图、约 1 到 2 Hz 低频更新，承担宏观找路；局部图挂在 odom 坐标系、以滚动窗口跟随机器人、5 到 10 Hz 高频刷新，承担实时避障。图层配置上全局含静态层而局部不含，两者由规划器配合完成"参考路径加贴地执行"。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 YAML 集中体现了两图的差异：全局侧低频更新、global_frame 为 map、插件含静态层；局部侧 5 Hz 高频、global_frame 为 odom、开启 rolling_window 并给定 4 米窗口。plugins 列表的顺序就是各图层执行顺序，静态层在前、膨胀层收尾，inflation_radius 与 cost_scaling_factor 也在这里一并设置。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旁白：两张图分别展示自定义梯度图层插件在 RViz 中的静态效果与导航运行动态，运行画面里机器人始终沿着低代价梯度前进。文字部分回顾了四种官方图层的职责与推荐组合，滚动窗口的物理尺寸由 width、height 与 resolution 共同决定，update_frequency 建议不低于控制器频率的一半。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旁白：静态层的流程是订阅或加载地图、转换为代价格式、标记已知与未知区域并持续监听更新。地图 YAML 里 origin 给出左下角的世界坐标，occupied_thresh 与 free_thresh 划分占据与空闲像素，negate 控制是否反转灰度；订阅时建议使用 transient_local QoS，保证后上线的节点也能立即收到最新地图。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旁白：障碍物层的核心是 marking 与 clearing 的配合：命中点标记为 254 致命，同时用射线追踪把传感器与障碍之间的区域清成可通行，二者缺一都会造成幻影障碍。示例配置演示了激光与超声两种观测源共存，max_obstacle_height 过滤高空点，激光扫不到的玻璃墙正是靠追加超声观测源来补齐的。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旁白：这段伪代码就是膨胀公式：内切半径内一律 254，内切与膨胀半径之间按指数规律衰减，其余为 0。参数表中 inflation_radius 决定影响范围，cost_scaling_factor 控制衰减快慢——调大它梯度更陡、近处代价高而远处无影响。工程上可预计算膨胀核滑窗实现，注意膨胀层必须放在插件列表最后执行。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旁白：两张表给出量化经验：分辨率在中小场景保持 0.05 米，大型环境可放宽到 0.1 米并适当降低频率；膨胀半径按机器人半径乘 1.5 到 3 倍选取，狭窄走廊取小值保证通过性，开阔空间取大值保持安全距离。滚动窗口尺寸按底盘类型从差速 3 米到高速机器人 8 米递增，这些数值建议直接作为工程默认值记忆。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旁白：调试命令分三层：topic echo 与 hz 查看数据是否更新及更新频率，clear_entirely 服务一键清除残留代价，RViz 中把 Map 显示绑定到 costmap 话题可直观看梯度分布。排查表提醒先查 TF 与生命周期状态再谈调参；性能不足时优先降低体素分辨率而非盲目降频，玻璃墙问题则要补充观测源解决。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旁白：七条要点按数据流记忆最顺：先记住五段代价语义，再理解各层取最大值融合成主图，然后区分全局与局部两张图在坐标系、频率与插件组合上的差异，最后落到膨胀公式与四组调优参数。"先 TF、再逐层、后性能预算"的调试纪律是排障顺序的保证，务必熟记并优先执行。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旁白：六道题覆盖面很全：原理题默写代价语义与膨胀公式，配置题给定量条件练习参数设计，编程题动手实现简化膨胀层，分析题比较两张代价地图，操作题练 CLI 诊断，设计题以玻璃墙展馆综合考察传感器融合方案。建议按此顺序完成，前两题是后四题的必备基础。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旁白：本章解决了"代价从哪里来"的问题，下一章回答"有了代价怎么找路"：第十八章讲解 A* 与 Dijkstra 的图搜索原理，介绍 NavFn、Theta* 与 Smac 系列全局规划器的特点与选型，并讨论路径平滑。预习时请回顾本章的全局代价地图结构，规划器消费的正是它的输出。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17 章 · 全局代价地图（2 课时）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从"栅格代价语义"到"多层融合"再到"在线调参"的完整链路：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代价地图是什么：栅格化环境表示，每个栅格一个代价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四层体系：静态层、障碍物层、膨胀层（+ 体素层）如何合成主代价地图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全局 vs 局部：坐标系、范围、更新频率与插件组合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实战调优：分辨率、频率、膨胀半径、滚动窗口与调试手段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153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本章立足 Nav2 官方 Costmap2D 文档，配套 Python 实现辅助理解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286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掌握代价值的语义（0/1-127/128-253/254/255）与 Costmap2D 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理解分层架构与全局/局部代价地图的差异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掌握静态层、障碍物层、膨胀层的配置方法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理解膨胀公式与 cost_scaling_factor 的作用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掌握分辨率、更新频率、膨胀半径、滚动窗口的调优原则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学会用 CLI 与 RViz 监控、诊断和清除代价地图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什么是代价地图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栅格化环境表示；每个栅格一个代价值；为规划器提供障碍物信息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代价地图（Costmap）把环境划分为若干栅格（cell），每个栅格用一个 0-255 的整数表示通行代价，规划器据此寻找安全路径。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代价值语义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Free 空闲可通行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无障碍区域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1-127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Inscribed 内切区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机器人中心进入即危险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128-253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Obstacle 障碍膨胀区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越接近障碍代价越高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Lethal 致命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栅格被障碍物占据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Unknown 未知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尚未观测的区域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36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阈值由 track_unknown_space 决定是否将未知区域视为障碍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57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代价值越小越安全，规划器优先选择低代价区域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Costmap2D 数据结构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世界坐标与栅格坐标互转；核心是二维 uint8 数组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C++ 类 nav2_costmap_2d::Costmap2D / Python 版维护一张 height×width 的 uint8 数组，配合分辨率与原点完成坐标映射。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1518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世界坐标 (x, y)  ──world_to_grid──▶  栅格坐标 (gx, gy)  ──索引──▶  代价值 cost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│                                        ▲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│  grid_to_world                         │ set_cost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▼     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恢复世界坐标 ◀────────────── 更新栅格代价 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核心成员：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resolution（m/像素）、width、height、origin（地图原点）、costmap（uint8 数组）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9087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核心方法：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world_to_grid(x, y) 取整转换；grid_to_world(gx, gy) 还原世界坐标；set_cost/get_cost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967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Python 中常用 numpy 数组承载，未知区域默认填 255，to_occupancy_grid() 输出 OccupancyGrid 消息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9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官方代价语义与未知空间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Lethal=100 / Inscribed=99 / No Information=255；Track Unknown 模式可选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官方文档的代价阈值定义（OccupancyGrid 模式）：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LETHAL_OBSTACLE=254：占据栅格，路径不可通过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INSCRIBED_INFLATED_OBSTACLE=253：内切圆半径之内"必然碰撞"的一档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NO_INFORMATION=255：未知区，等价于"最大代价 + 1"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FREE_SPACE=0：完全空闲；INSCRIBED=128 附近为内切半径边界参考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track_unknown_space: true 时未知区按 255 参与规划（默认按 Free 处理）</a:t>
            </a:r>
          </a:p>
        </p:txBody>
      </p:sp>
      <p:pic>
        <p:nvPicPr>
          <p:cNvPr id="13" name="Picture 12" descr="gradient_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5303520"/>
            <a:ext cx="1463040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17-w1：代价梯度示意——从障碍物向外代价逐渐衰减（来源：docs.nav2.org）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839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代价地图分层架构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多图层各自维护、取最大值融合；膨胀层必须放最后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把代价地图组织为可插拔层（plugin），各层独立更新，主代价地图（Master Costmap）逐栅格取各层最大值完成融合：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静态地图 /map ──▶  StaticLayer   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激光/点云 /scan ─▶ ObstacleLayer ─┤ 取最大值    ┌─────────────┐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体素观测       ─▶ VoxelLayer   ─┤ 融合 ───▶ │ 主代价地图 ──▶ 规划器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禁止区域       ─▶ KeepoutLayer ─┘ (Master)  └─────────────┘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以上结果统一 ──▶ InflationLayer（必须最后执行）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85032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插件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数据来源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StaticLayer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map_server 加载 YAML/PGM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地图加载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障碍物层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ObstacleLayer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LaserScan/PointCloud2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实时更新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体素层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VoxelLayer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3D 点云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实时更新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膨胀层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InflationLayer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合成结果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障碍更新后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RangeLayer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距离传感器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实时更新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禁飞层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KeepoutLayer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禁止进入区域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配置加载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33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全局代价地图 vs 局部代价地图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一个管全局规划、一个管实时避障；坐标系与频率不同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全局代价地图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局部代价地图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坐标系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odom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整个已知地图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机器人周围滚动窗口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更新频率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低（1-2 Hz）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高（5-10 Hz）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分辨率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较高（0.05 m）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较高（0.05 m）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全局路径规划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局部路径规划与避障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图层配置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 + obstacle + inflation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obstacle/voxel + inflation（无 static）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全局代价地图承载静态环境信息，负责"宏观找路"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782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局部代价地图跟踪传感器实时观测，负责"微观避障"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988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两者由规划器配合：全局路径给参考，局部路径贴地执行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194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代价地图 YAML 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全局低频 + 静态层；局部高频 + 滚动窗口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509016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global_costmap 配置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global_costmap: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global_costmap: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ros__parameters: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update_frequency: 1.0            # 低频更新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publish_frequency: 1.0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global_frame: map                # 全局坐标系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robot_base_frame: base_link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robot_radius: 0.22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resolution: 0.05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track_unknown_space: true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plugins: ["static_layer", "obstacle_layer", "inflation_layer"]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inflation_layer: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plugin: "nav2_costmap_2d::InflationLayer"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cost_scaling_factor: 3.0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inflation_radius: 0.55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local_costmap 配置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local_costmap: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local_costmap: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ros__parameters: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update_frequency: 5.0            # 高频更新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publish_frequency: 2.0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global_frame: odom               # 里程计坐标系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robot_base_frame: base_link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rolling_window: true             # 滚动窗口模式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width: 4                         # 窗口大小 (m)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height: 4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plugins: ["voxel_layer", "inflation_layer"]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27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图层顺序即 plugins 列表顺序；静态层在前、膨胀层最后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248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层插件体系与滚动窗口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图层可插拔、可自定义；rolling_window 决定局部窗口物理尺寸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官方把地图组织为可插拔层：static_layer 加载 pgm/yaml；obstacle_layer 消费 LaserScan/PointCloud，支持 Raytracing（空区标记为可通行）与 Observation Buffer 两套缓存机制；voxel_layer 维护 3D 体素，处理桌子下沿等悬空障碍；inflation_layer 必须放最后统一膨胀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930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官方建议组合：全局 = 静态层 + 障碍层 + 膨胀层；局部 = 障碍层/体素层 + 膨胀层 + rolling_window: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width/height/resolution 决定局部窗口物理尺寸（典型 3m×3m、0.05m）；update_frequency 建议不低于控制器频率的一半</a:t>
            </a:r>
          </a:p>
        </p:txBody>
      </p:sp>
      <p:pic>
        <p:nvPicPr>
          <p:cNvPr id="10" name="Picture 9" descr="gradient_layer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50" y="5212080"/>
            <a:ext cx="1771754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17-w2：自定义代价层插件运行效果（来源：docs.nav2.org）</a:t>
            </a:r>
          </a:p>
        </p:txBody>
      </p:sp>
      <p:pic>
        <p:nvPicPr>
          <p:cNvPr id="12" name="Picture 11" descr="gradient_layer_previe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222" y="6748272"/>
            <a:ext cx="143461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793699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17-w3：同名插件的导航演示动图（来源：docs.nav2.org）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284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静态层配置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负责加载预构建栅格地图；输入 /map 或 YAML/PGM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工作流程：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订阅 /map 话题（或 map_server 加载）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将地图数据转换为 costmap 格式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标记已知区域为对应代价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4. 标记未知区域为 255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5. 持续监听地图更新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924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地图文件格式（office_map.yaml）：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13048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image: office_map.pgm          # 地图图像文件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resolution: 0.05               # m/像素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origin: [-10.0, -10.0, 0.0]    # 原点 (x, y, yaw)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negate: 0                      # 是否反转像素值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occupied_thresh: 0.65          # 大于此值视为障碍物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free_thresh: 0.196             # 小于此值视为空闲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766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订阅时推荐 map_subscribe_transient_local: true（QoS transient_local）保证上线即能收到最新地图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99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障碍物层配置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实时感知动态障碍；marking 标记 / clearing 清除配合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工作流程：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订阅传感器话题 (LaserScan/PointCloud2)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将传感器数据转换到地图坐标系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标记传感器命中点 (marking) —— 置为 254 lethal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4. 清除传感器与障碍之间的路径 (clearing) —— Raytracing 置 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5. 障碍物标记为 254 (lethal)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多传感器源配置（observation_sources 逗号分隔）：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05656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obstacle_layer: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plugin: "nav2_costmap_2d::ObstacleLayer"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observation_sources: "scan front_sonar rear_sonar"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scan: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topic: /scan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data_type: "LaserScan"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max_obstacle_height: 2.0   # 只标记该高度以下障碍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clearing: 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marking: 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raytrace_max_range: 3.0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front_sonar: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topic: /sonar/front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data_type: "Range"         # 超声等距离传感器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min_range: 0.1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max_range: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797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激光扫不到的玻璃墙，可用超声/毫米波作为第二个 observation source 补齐（17.7.5）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19302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膨胀层配置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障碍周围生成代价梯度；公式呈指数衰减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膨胀公式：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distance &lt; inscribed_radius: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cost = 254 (lethal)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elif distance &lt; inflation_radius: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cost = exp(-cost_scaling_factor * (distance - inscribed_radius)) * 253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cost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93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参数说明：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14216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默认参考值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作用与调法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inflation_radius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0.55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影响范围；越大越安全但易绕路，越小越贴障碍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cost_scaling_factor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衰减速度；越大衰减越快，近处高代价远处无影响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inscribed_radius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 footprint 推导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内切半径内一律 254（必然碰撞）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3858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Python 实现可"预计算膨胀核（inflation kernel）"，对每个 lethal 栅格滑窗、逐栅格取最大值完成膨胀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990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膨胀层放在 plugins 列表最后，对合成结果统一膨胀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代价地图参数调优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分辨率/频率/膨胀半径/滚动窗口四组参数按场景权衡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分辨率与更新频率：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推荐分辨率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 update_frequency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 update_frequency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室内小场景（50-500 m²）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 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 Hz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中型环境（500-2000 m²）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大型环境（&gt;2000 m²）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0.5-1.0 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2-5 Hz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膨胀半径推荐（× 机器人半径）：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82219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乘数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狭窄走廊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尽量贴近障碍通过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标准安全距离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办公室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兼顾安全与通过性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开阔空间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保持安全距离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5046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滚动窗口（局部）：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差速 3×3 m；阿克曼 5×5 m；高速机器人 8×8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179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实战与调试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CLI 监控 + RViz 直方图 + clear 服务；先查 TF 再谈调参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查看与统计代价地图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/global_costmap/costmap --once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/local_costmap/costmap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清除代价地图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call /global_costmap/clear_entirely nav2_msgs/srv/ClearEntireCostmap "{}"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RViz 可视化：添加 Map → Topic: /global_costmap/costmap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rviz2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常见问题与解决：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0873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常见原因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解决思路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代价地图未更新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传感器话题未发布 / TF 错误 / 生命周期未激活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先查 TF 链与节点状态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路径穿过障碍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膨胀半径过小、衰减过快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调大 inflation_radius、调小 factor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性能下降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地图过大或更新过频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降低分辨率（0.05→0.1）、调低频率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58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调参纪律：先保证 TF 正确；用 RViz 逐层关闭插件定位问题层；监控 map_update_loop 耗时，优先降体素分辨率而非单纯降频率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玻璃墙问题：costmap 只信传感器与静态地图——补充超声/毫米波观测源，或在静态地图中标注 lethal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885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代价值语义：0 空闲、1-127 内切、128-253 膨胀、254 致命、255 未知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代价地图分层：静态层、障碍物层（+体素层）、膨胀层取最大值融合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全局（map、1Hz、static 组合）vs 局部（odom、5Hz、滚动窗口）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膨胀公式：距离越近代价指数上升，254 为必然碰撞区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调优四参数：分辨率、更新频率、膨胀半径、滚动窗口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调参纪律：先 TF、再逐层、后性能预算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调试三板斧：topic echo/hz、RViz 直方图、clear 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解释代价值 0、1-127、128-253、254、255 的含义，写出膨胀层代价计算公式。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为半径 0.3 m 的差速机器人配置全局（0.05 m、膨胀 0.6 m）与局部（3 m 滚动窗口、5 Hz）代价地图。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实现一个简单膨胀层，给定障碍位置与膨胀半径计算各栅格代价值。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比较全局与局部代价地图在坐标系、更新频率、大小、插件配置上的差异及配合机制。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操作题：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用命令行查看当前代价地图状态，分析代价分布，识别潜在导航问题。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为玻璃墙展览馆设计代价地图方案：标记玻璃墙、配置传感器融合与膨胀参数。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第17章 PPT：全局代价地图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下一章：第 18 章 全局路径规划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内容预告：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图搜索算法：A* 与 Dijkstra 的原理与差异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Nav2 的 NavFn、Theta*、Smac 等全局规划器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全局路径如何消费棋盘格图与多重尺度代价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规划器 Server 的参数配置与路径输出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