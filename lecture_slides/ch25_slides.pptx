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旁白：欢迎来到第 25 章，ROS2 机械臂建模！2 课时把上一章的运动学理论落成模型文件：URDF 基础、六自由度建模、Xacro、SRDF、Rviz 可视化、3D 模型导入和三层验证。从这一章起，你的机器人开始"能看"了。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旁白：四条目标对应四条能力线：URDF 加 Xacro 建模、SRDF 语义、Rviz 可视化、3D 模型整合。检验标准一句话——不查教程独立写出一个能动的六轴机械臂 URDF。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旁白：URDF 就是机器人的「身份证」：一个 XML 文件把连杆和关节说清楚。看这段最小示例——base_link 用圆柱做外观，joint1 是 revolute 旋转关节，origin 定位、axis 定轴、limit 限位。上面两张图：一张是 URDF 在 RViz 里的可视化效果，另一张是多种几何形状的组合示例，geometry 里圆柱、方块、球体都可以自由搭配。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旁白：link 三要素各有分工：visual 管外观，collision 管碰撞、可以简化，inertial 管惯性，动力学仿真必备。六种关节类型里 revolute 和 continuous 最常用，fixed 用来焊死底座，floating 和 planar 在机械臂里很少见。origin 的 xyz 加 rpy 决定子连杆相对父连杆的位姿，下图里 origin 一改、坐标系跟着挪，就是它的直观效果。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旁白：六轴机械臂的连杆链从 base_link 一路到 tool0，中间五个旋转关节。新建 ament_python 功能包后按 urdf、launch、rviz、meshes 四个目录组织文件。表格里每个连杆的几何和颜色都不同——纯粹为了调试，RViz 里一眼就能分清谁是谁。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旁白：ros2_control 的接口分两类：command 接口给控制器写指令，state 接口让硬件读反馈。硬件插件三种：真机驱动读写电机总线，mock_components 无硬件也能仿真，gazebo_ros2_control 联动 Gazebo 物理仿真。transmission 是 ROS1 的遗留概念，直接跳过不用记。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旁白：Xacro 的核心思想是参数集中定义、一处修改全局生效。五个 property 定义完尺寸，后面所有引用都跟着变；${} 里还能做数学运算，origin 里直接写 ${base_height} 就行。关节限位也参数化：joint1 用正负 pi，joint2、joint3 用正负 2π/3，改起来一目了然。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旁白：宏是 Xacro 的杀手锏：create_link 宏内部自动算质量和惯量——mass 等于长度乘 5，惯量按 0.001 乘长度乘 10 估算，关节宏统一 effort 100。几百行的 URDF 立刻瘦身，参数与结构分离。最后记住 Xacro 是预处理工具：xacro 命令展开成 URDF，运行时解析的仍是纯 XML。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旁白：SRDF 描述语义而不是几何：规划组、预设位姿、碰撞矩阵、虚拟关节、末端执行器五件事。两个规划组 arm_group 和 gripper；home 位姿全零，vertical 靠 j2 负 1.57、j3 和 j5 正 1.57 摆出竖直姿态。disable_collisions 用 Never 和 Adjacent 两类规则把不该检测的碰撞对关掉，规划更快更稳。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旁白：MoveIt 配置包 config 目录五件套：SRDF、kinematics、joint_limits、ompl_planning、控制器配置；launch 目录三个入口。Setup Assistant 五步走：导入 URDF、定规划组、配碰撞矩阵、设预设位姿、挂虚拟关节和末端执行器。记住 SRDF 只带语义，运行时与 URDF 合并成 planning scene 才生效。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旁白：可视化两条路径：display.launch.py 用 URDF 加 joint_state_publisher_gui 滑块手动掰关节；display_xacro.launch.py 用 process_file 把 Xacro 展开成 robot_description，use_sim_time 走 LaunchConfiguration 配置。RViz 里盯三个组件：RobotModel 看模型，TF 看坐标系，MotionPlanning 留给下一章。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旁白：mesh 引用用 package:// 协议指向功能包内的文件。格式三选一：STL 支持最广但没有颜色，Collada 带纹理但文件大，OBJ 要配 MTL 材质文件。碰撞模型必须简化——simplify_quadric_decimation 把面数砍到 500，生成 base_collision.stl。模型路径找不到就 echo AMENT_PREFIX_PATH，再去 install 目录 find。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旁白：验证分三层：语法层 check_urdf 输出 root link 就说明 XML 没问题，再用 xmllint 把关；结构层用 urdf_to_graphviz 生成 PDF 查父链连接；运行层用滑块逐个试关节。性能红线记一条：碰撞网格顶点保持数百量级，超标就用 MeshLab 抽壳减面，否则 MoveIt 规划明显变慢。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旁白：六条要点串起全章：URDF 的 link 加 joint 树状结构、关节类型与限位、Xacro 参数化与宏、SRDF 语义、碰撞模型简化、三层验证。能对着每条讲出「是什么、为什么、怎么用」，建模这一关就算过了。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旁白：五道题正好是建模的完整闭环：第一题手写 URDF 练基础，第二题 Xacro 重构练复用，第三题 SRDF 练语义，第四题 launch 可视化练调试，第五题 3D 模型导入练工程化。建议按顺序做——前一题的产物就是后一题的输入，做完你会收获一个完整的 arm_description 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旁白：模型就绪，下一章让机械臂动起来：第 26 章 MoveIt2 基础——运动规划、轨迹执行与应用开发。今天写的 SRDF 规划组和预设位姿，在 MoveIt2 里全部派上用场。下课，下节课见！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16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25 章 ROS2 机械臂建模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内容：URDF 基础、六自由度机械臂建模、Xacro、SRDF、Rviz 可视化、3D 模型导入、模型验证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URDF 和 Xacro 建模方法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SRDF 语义描述文件的结构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学会在 Rviz 中可视化机械臂模型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3D 模型导入与整合方法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URDF 基础：概念与结构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URDF：Unified Robot Description Format，统一机器人描述格式，基于 XML 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机器人模型 =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Link（连杆）+ Joint（关节）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构成的树状结构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&lt;robot name="my_arm"&gt; 为根元素，name 属性标识机器人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35808"/>
            <a:ext cx="11094415" cy="344728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&lt;robot name="my_arm"&gt;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&lt;link name="base_link"&gt;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&lt;visual&gt;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&lt;geometry&gt;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&lt;cylinder length="0.18" radius="0.1"/&gt;   &lt;!-- 黄色底座 --&gt;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&lt;/geometry&gt;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&lt;/visual&gt;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&lt;/link&gt;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&lt;joint name="joint1" type="revolute"&gt;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&lt;parent link="base_link"/&gt;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&lt;child link="link1"/&gt;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&lt;origin xyz="0 0 0.18"/&gt;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&lt;axis xyz="0 0 1"/&gt;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&lt;limit effort="300" velocity="0.6" lower="-2.96" upper="2.96"/&gt;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&lt;/joint&gt;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&lt;/robot&gt;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611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父连杆 → 关节 → 子连杆 逐级嵌套，构成完整运动链</a:t>
            </a:r>
          </a:p>
        </p:txBody>
      </p:sp>
      <p:pic>
        <p:nvPicPr>
          <p:cNvPr id="11" name="Picture 10" descr="urdf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537" y="7031736"/>
            <a:ext cx="1597980" cy="1097280"/>
          </a:xfrm>
          <a:prstGeom prst="rect">
            <a:avLst/>
          </a:prstGeom>
        </p:spPr>
      </p:pic>
      <p:pic>
        <p:nvPicPr>
          <p:cNvPr id="12" name="Picture 11" descr="multiplesha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537" y="8220456"/>
            <a:ext cx="159798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9409176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link 三要素与关节类型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link 的三大核心子元素：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子元素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visual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外观显示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origin / geometry / material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collision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碰撞模型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可简化，不必与 visual 相同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inertial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惯性参数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mass=1.0，ixx=0.0052 iyy=0.0052 izz=0.005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关节类型表：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401568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自由度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典型应用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revolute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旋转关节，有限位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机械臂关节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continuous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连续旋转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prismatic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滑动关节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夹爪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fixed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固定关节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底座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floating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浮动关节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自由物体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planar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平面运动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AGV 底盘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449824"/>
            <a:ext cx="11094415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关节属性：parent/child、origin（xyz、rpy）、axis、limit（effort/velocity/lower/upper）、dynamics（damping=50、friction=1）、mimic（multiplier、offset）、safety_controller（soft_lower_limit=-2.85、soft_upper_limit=2.85）</a:t>
            </a:r>
          </a:p>
        </p:txBody>
      </p:sp>
      <p:pic>
        <p:nvPicPr>
          <p:cNvPr id="11" name="Picture 10" descr="ori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537" y="7040880"/>
            <a:ext cx="15979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82296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六自由度 URDF 建模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新建功能包：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pkg create arm_description --build-type ament_python --dependencies rclpy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目录结构：urdf / launch / rviz / meshes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连杆链：base_link → joint1(腰) → link1 → joint2(肩) → link2 → joint3 → link3 → joint4 → link4 → joint5 → link5 → tool0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93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关键定义：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014216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颜色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base_link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圆柱 0.09 高 × 0.08 半径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质量 2.0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link1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0.06×0.06×0.25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蓝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joint1 腰 z 轴 ±π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link2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0.06×0.06×0.25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joint2 肩 y 轴 ±2.09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link3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0.05×0.05×0.15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joint3 y 轴 ±2.09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link4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0.04×0.04×0.08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joint4/5 continuous effort 50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link5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圆柱 0.08×0.03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tool0 固定关节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0624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各连杆使用不同颜色，便于调试与区分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830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ros2_control 硬件接口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command interface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：位置 / 速度 / 力矩指令接口，控制器写入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state interface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：位置 / 速度 / 力矩状态接口，硬件读取反馈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hardware 插件类型：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真机驱动：读写实际电机总线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mock_components：无硬件仿真（joint_state_publisher 模式）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gazebo_ros2_control：在 Gazebo 中联动物理仿真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transmission 为 ROS1 遗留概念，已废弃不用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10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Xacro：参数与数学表达式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参数集中定义，一处修改全局生效：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&lt;xacro:property name="base_radius" value="0.08"/&gt;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&lt;xacro:property name="base_height" value="0.09"/&gt;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&lt;xacro:property name="link1_len" value="0.25"/&gt;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&lt;xacro:property name="link2_len" value="0.25"/&gt;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&lt;xacro:property name="link3_len" value="0.15"/&gt;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${} 内支持数学运算：&lt;origin xyz="0 0 ${base_height}"/&gt;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850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关节限位参数化：joint1 lower=${-pi} upper=${pi}，joint2/3 绕 y 轴 ±2π/3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98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Xacro 宏封装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宏定义：create_link(name, length, color_name)，内部自动计算质量与惯量：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mass = ${length*5}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inertia = 0.001 * length *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关节宏 create_revolute_joint：统一 effort=100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效果：URDF 代码量大幅缩减，参数与结构分离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Xacro 是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预处理工具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，不参与运行时解析：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xacro &lt;file&gt; &gt; out.urdf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55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SRDF 语义描述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SRDF 描述机器人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语义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而非几何：规划组、预设位姿、碰撞矩阵、虚拟关节、末端执行器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规划组：arm_group（joint1～joint6）、gripper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预设位姿 group_state：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home：所有关节为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vertical：j2=-1.57、j3=1.57、j5=1.57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virtual_joint：base_footprint，world → base_link，类型 fixed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disable_collisions 规则：Never / Adjacent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MoveIt 配置包结构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config 目录：six_dof_arm.srdf、kinematics.yaml、joint_limits.yaml、ompl_planning.yaml、fake_controllers.yaml、ros2_controllers.yaml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launch 目录：move_group、planning_context、demo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Setup Assistant 流程：导入 URDF → 定义规划组 → 配置碰撞矩阵 → 预设位姿 → 虚拟关节 + 末端执行器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136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SRDF 只携带语义，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运行时与 URDF 合并为 planning scene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268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Rviz 可视化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display.launch.py：robot_state_publisher + joint_state_publisher_gui + rviz2 -d display.rviz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joint_state_publisher_gui：滑块手动控制各关节角度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display_xacro.launch.py：use_sim_time 由 LaunchConfiguration 配置，process_file(xacro_file).toxml() 生成 robot_description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启动方式：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41648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arm_description display.launch.py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arm_description display_xacro.launch.py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RViz 相关组件：RobotModel、TF、MotionPlanning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212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3D 模型导入与简化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mesh 引用：&lt;mesh filename="package://arm_description/meshes/base.stl"/&gt;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常见格式：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22576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广泛支持，无颜色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Collada (.dae)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带纹理，文件较大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OBJ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需配套 MTL 材质文件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6941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碰撞模型简化（trimesh）：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simplify_quadric_decimation(max_faces=500)   # base.stl → base_collision.stl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725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路径排查：echo $AMENT_PREFIX_PATH，在 install 目录下 find 查找 *.stl / *.dae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858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模型验证（三层检查）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语法层：check_urdf six_dof_arm.urdf（输出 root link: base_link）；xmllint --noout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结构层：graphviz + urdf_to_graphviz 生成 six_dof_arm.pdf，检查父链连接错误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运行层：joint_state_publisher_gui 滑块逐一测试关节运动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性能要点：碰撞网格顶点应为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数百量级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，否则 MoveIt 规划性能显著下降；可用 MeshLab 抽壳、减面处理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URDF 是机械臂建模的基础：link + joint 树状结构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关节类型决定自由度，limit 限位保证运动安全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Xacro 通过 property 与宏实现参数化和代码复用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SRDF 描述规划组、预设位姿、碰撞矩阵等语义信息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3D 网格用于可视化，碰撞模型必须简化以保证规划性能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模型验证分语法、结构、运行时三层进行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课后练习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编写一个六自由度机械臂的 URDF 文件，包含底座、三个连杆、腕部和末端执行器，用不同颜色区分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使用 Xacro 重构：将连杆长度、颜色等参数设为变量，用宏简化代码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编写 SRDF：定义 arm_group 和 gripper 两个规划组，以及 home 和 vertical 两个预设位姿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 launch 文件在 RViz 中可视化模型，并用 joint_state_publisher_gui 手动控制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导入 STL 或 DAE 3D 模型作为可视化模型，为碰撞检测创建简化模型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第25章 PPT：ROS2 机械臂建模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26 章：MoveIt2 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内容：机械臂运动规划、轨迹执行与应用开发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