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旁白：本章介绍粒子滤波 SLAM 的代表算法 gmapping。我们从粒子滤波的预测-更新-重采样三步出发，理解 Rao-Blackwellized 分解如何把高维 SLAM 问题拆开，再对比 FastSLAM 1.0 与 2.0，最后学习 gmapping 的三大改进与 slam_toolbox 实操。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旁白：本章目标偏向"看懂理论、会配工程"：先厘清粒子滤波为什么能表示任意分布，再弄明白 gmapping 为什么比朴素 FastSLAM 更稳，最后在仿真里用 slam_toolbox 走通建图-保存-评估全流程，并把参数调整与地图质量联系起来。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粒子滤波是蒙特卡洛式的贝叶斯滤波：每个粒子先按运动模型撒开，再用观测打分更新权重，最后按权重"重抽",让粒子重新聚集到高概率区域。三步循环往复，粒子的分布就逼进了真实后验。它的表达力远超高斯假设，代价是计算量随粒子数线性增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旁白：退化是粒子滤波的"天花板"：权重越集中，Effective Sample Size 越小，粒子群实际表达的信息越少。Neff 是衡量这一现象的经典指标，1 表示全部权重集中在一个粒子上。重采样把资源重新分配给高权重的轨迹，但会牺牲多样性——这正是下一章要点里"重采样不是越多越好"的原因。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旁白：Rao-Blackwellized 的精髓是"能解析就不采样"：路径必须靠粒子探索，但给定路径后地图的估计是确定性的栅格累加，不必再用粒子表示。这样状态空间从"轨迹加地图的乘积空间"骤降到"只有轨迹",每个粒子只需多带一份地图而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旁白：1.0 与 2.0 的差别就一句话：采样时用不用当前的激光观测。1.0 先按里程计撒粒子、再让观测"打分筛选",若运动噪声远大于观测噪声，大量粒子撒在了低概率区；2.0 用激光似然把提议分布"捏"向高处，同样的粒子数能覆盖更集中的高概率区域。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旁白：EKF-SLAM 用一个高斯估计全部状态，地图尺寸一大，协方差矩阵 O(N²) 就撑不住了，而且多模态分布对它而言天然不可表示。FastSLAM 把关联与估计分散到每个粒子，复杂度降到 O(M·N),代价是多样性维护与重采样策略要格外小心。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旁白：gmapping 是 FastSLAM 2.0 的工程化集大成者，Grisetti 等人在 2005 与 2007 年的两篇论文把三大改进固定了下来。后两页将逐一看它们怎么用代码落地：什么时候信激光、什么时候信里程计，什么时候重采样，什么时候跳过匹配。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旁白：优化提议分布本质是一次"信息加权平均"：匹配点与里程计预测各有协方差，按协方差逆加权就得到更紧凑的新分布，观测信息量大时激光意见占主导，观测弱或匹配失败时退回里程计。重采样则只在 Neff 跌破 N/2 时触发，避免每帧重采样把粒子多样性磨平。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旁白：slam_toolbox 由 Steve Macenski 维护，是 gmapping 的 ROS2 后继者：底层从 RBPF 换成了 pose graph 加 Ceres 求解器，并原生支持回环检测与四种工作模式。配置要点是 frame 约定与触发条件——minimum_travel 系列决定"走了多远才匹配一次"，直接影响实时性与精度平衡。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旁白：同伴随教程常见的 slam_toolbox RViz 插件可以在运行时观察估计算法的工作状态，并对地图做手动维护——这是调试回环与漂移时最直接的手段。养成习惯：重要节点先保存地图副本，再做清除或修改操作，避免一次误操作毁掉整轮探索成果。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旁白：粒子滤波把状态估计做成在线递推，图优化则把过去所有位姿都保留下来"回头算账"。回环检测一旦命中，图优化会把起点以来的累积误差分摊到整条轨迹，这正是 slam_toolbox 大场景表现优于 gmapping 的原因。Ceres 作为通用非线性最小二乘库，负责高效求解这张图。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旁白：实操链路只有四步，但质量判断不能靠肉眼。建议按 13.4.4 的思路写一个地图质量监控节点，每 10 帧统计未知区域占比与覆盖度：覆盖度 95% 以上才建议保存。探索时先沿外圈走一遍建立轮廓，再走"S"形覆盖内部，最后回到起点形成闭环。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旁白：调参纪律与前章一致：先录 bag 离线重放，一次只改一个参数。粒子数按"环境越大、噪声越大约需越多"的经验公式取，但要记住每帧代价随粒子数线性增长。排查问题时先放慢速度——多数重影其实是被快速转向"晃"出来的。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旁白：一句话串起本章：从标准粒子滤波到 FastSLAM 是"降维",从 FastSLAM 到 gmapping 是"节能",从 gmapping 到 slam_toolbox 是"从滤波派转向图优化派"。三条主线都指向同一问题——如何在不确定中又好又省地估计路径与地图。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旁白：建议按"原理—实现—比较—配置—推导—设计"的顺序完成。第 1、5 题检验理论功底，第 2 题把三步循环落实到代码，第 4、6 题则要求你在仿真里真调一遍参数并写清实验记录——这组题正好覆盖从高斯作业到工程方案的完整进阶。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旁白：建完图之后的下一步，就是让机器人在已有地图上回答"我在哪"——这正是下一章 AMCL 要解决的问题。它与 gmapping 共享粒子滤波的血统：粒子散开探索、按地图似然聚拢，最终收敛到真实位姿。学完这两章，"建图-定位"闭环就完整了。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理解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粒子滤波 SLAM 的基本原理与 Rao-Blackwellized 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掌握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FastSLAM 框架的算法流程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熟悉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gmapping 的提议分布优化和自适应重采样策略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能够在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中使用 slam_toolbox 进行建图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掌握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建图参数调优方法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粒子滤波基本概念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一组加权粒子近似后验分布；三大步骤：预测、更新、重采样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粒子定义：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每个粒子表示一个假设的机器人轨迹，包含位姿 $x_t$ 与权重 $w_t$，全体粒子共同近似后验 $p(x_t | z_{1:t}, u_{1:t-1})$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优势：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可表示非高斯、多模态分布；无需线性化；用粒子数平衡精度与效率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预测 (Prediction):   x_t ~ p(x_t | x_{t-1}, u_t)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更新 (Update):       w_t = w_{t-1} · p(z_t | x_t)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重采样 (Resampling): 根据权重重新采样粒子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959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粒子退化与重采样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权重集中于少数粒子即退化；用有效样本数 Neff 度量，用重采样解决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compute_effective_sample_size(weights):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normalized = weights / np.sum(weights)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neff = 1.0 / np.sum(normalized </a:t>
            </a:r>
            <a:r>
              <a:rPr sz="1200" b="1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neff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detect_particle_depletion(particles):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neff = compute_effective_sample_size([p.weight for p in particles])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neff &lt; len(particles) / 2  # Neff &lt; N/2 判定退化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退化现象：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多次迭代后大部分粒子权重趋近于零，只有少数粒子有效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直觉：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权重方差越大，Neff 越小，粒子群越"名存实亡"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解决：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按权重比例重采样，淘汰低权重粒子、复制高权重粒子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97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Rao-Blackwellized 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把"轨迹+地图"的联合后验拆成"地图（给定轨迹可解析求解）"乘"轨迹后验"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p(x_{1:t}, m | z_{1:t}, u_{1:t-1}) =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p(m | x_{1:t}, z_{1:t}) · p(x_{1:t} | z_{1:t}, u_{1:t-1})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609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直接对完整 SLAM 状态（轨迹 + 整幅地图）做粒子滤波维度过高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815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分解思想：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用粒子滤波估计机器人路径 $x_{1:t}$；给定路径，地图可用解析方法（栅格 log-odds）估计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每个粒子独立维护一张地图，相当于"每个轨迹假设配一份地图"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15384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RBPFSLAMParticle: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__init__(self, map_size, resolution):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self.trajectory = []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self.pose = np.zeros(3)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self.weight = 1.0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self.map = np.zeros(map_size)   # 每个粒子独立的地图 (log-odds)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self.resolution =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0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FastSLAM 1.0 与 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1.0 用运动模型采样、EKF 维护路标；2.0 把激光观测融进提议分布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FastSLAM 1.0 算法流程: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对每个粒子:  a. 按运动模型采样新位姿  b. 计算观测似然(权重)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归一化粒子权重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根据权重重采样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4. 对每个粒子更新 EKF 路标点观测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44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FastSLAM 2.0 的关键改进：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85032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x_t ~ p(x_t | x_{t-1}, u_t, z_t, m)   # 提议分布融合当前激光观测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428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1.0 只从运动模型采样，观测只用于事后打分，采样效率低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2.0 直接在提议分布中融入激光观测，采样更集中在高概率区域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840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FastSLAM vs EKF-SLAM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FastSLAM 以 O(M·N) 代价换取对非高斯分布的处理能力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FastSLAM (粒子滤波)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EKF-SLAM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状态表示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离散粒子群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高斯分布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非高斯分布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数据关联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每个粒子独立处理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需要全局关联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计算复杂度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O(M·N) M粒子数,N路标数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O(N²)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实现难度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大场景、非高斯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小场景、高斯噪声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502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gmapping：三大改进与算法流程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提议分布优化 + 自适应重采样 + 选择性扫描匹配（对应 Grisetti 2007）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读取激光扫描数据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根据运动模型预测粒子位姿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计算每个粒子的权重（观测似然）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4. 使用优化提议分布重新采样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5. 更新每个粒子的占据栅格地图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6. 自适应重采样决策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7. 发布建图结果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6667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改进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目的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提议分布优化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用激光似然修正采样分布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粒子集中在高概率区域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自适应重采样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Neff 低于阈值才重采样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避免多样性骤减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选择性扫描匹配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移动/旋转超过阈值才匹配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提高运行效率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38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提议分布优化与自适应重采样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信息融合决定采样中心与协方差；Neff &lt; N/2 才重采样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compute_optimized_proposal(particle_pose, odom, scan, map_data, res):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1. 扫描匹配得到激光似然最优位姿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optimized_pose = scan_matcher.match(scan, map_data, res, particle_pose)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2. 激光观测不确定性 = 匹配偏移的外积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delta = optimized_pose - particle_pose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laser_cov = np.outer(delta, delta) + np.eye(3) * 0.01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3. 里程计与激光按信息(协方差逆)加权融合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info = np.linalg.inv(odom_cov) + np.linalg.inv(laser_cov)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cov = np.linalg.inv(info)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mean = cov @ (inv_odom_cov @ particle_pose + inv_laser_cov @ optimized_pose)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mean, cov   # 从 N(mean, cov) 采样新位姿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78808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should_resample(particles, threshold_ratio=0.5):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weights = np.array([p.weight for p in particles])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normalized = weights / np.sum(weights)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neff = 1.0 / np.sum(normalized </a:t>
            </a:r>
            <a:r>
              <a:rPr sz="1200" b="1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neff &lt; len(particles) * threshold_ratio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41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slam_toolbox 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中以 slam_toolbox 替代 gmapping，支持建图/定位/混合模式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mapping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在线建图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localization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在已有地图上定位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mapping + localization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同时建图和定位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localize_in_partial_map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支持部分地图定位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584448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slam_toolbox: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ros__parameters: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mode: mapping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solver_plugin: solver_plugins::CeresSolver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map_frame: map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odom_frame: odom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base_frame: base_footprint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scan_topic: /scan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resolution: 0.05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do_loop_closing: 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minimum_travel_distance: 0.3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minimum_travel_heading: 0.3</a:t>
            </a:r>
          </a:p>
        </p:txBody>
      </p:sp>
      <p:pic>
        <p:nvPicPr>
          <p:cNvPr id="9" name="Picture 8" descr="slam_toolbox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67" y="6355080"/>
            <a:ext cx="2720321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543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13-1：slam_toolbox 建图输出（来源：slam_toolbox 官方 Wiki）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891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slam_toolbox RViz 界面与地图维护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RViz 插件直接交互地图；建图后可保存、继续建图与清除重试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RViz 插件功能：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查看当前栅格地图与粒子/位姿信息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直接绘制或清除地图区域，手动修正漂移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实时查看位姿图（pose graph）与闭环约束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常见操作：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保存：ros2 run nav2_map_server map_saver_cli -f my_map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继续建图：保留地图重启 mapping 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清除：在插件中清除地图后重新探索</a:t>
            </a:r>
          </a:p>
        </p:txBody>
      </p:sp>
      <p:pic>
        <p:nvPicPr>
          <p:cNvPr id="15" name="Picture 14" descr="slam_toolbox_rviz_plu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191" y="5266944"/>
            <a:ext cx="1424673" cy="1097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45566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13-2：slam_toolbox 的 RViz 界面插件（来源：slam_toolbox 官方 Wiki）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803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Ceres 图优化后端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slam_toolbox 用 Ceres 做位姿图优化：回环约束折叠进最小二乘，整体老位置校正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位姿图（Pose Graph）：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节点 = 关键帧位姿；边 = 帧间约束与回环约束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图优化（Graph SLAM）：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构造最小二乘问题，用 Ceres 迭代求解，让所有约束误差和最小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与粒子滤波的对比：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粒子滤波：每帧"即时"估计，靠粒子数堆精度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图优化：累积约束后统一求解，回环修正能力强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漂移责任转移到回环检测与参数调优</a:t>
            </a:r>
          </a:p>
        </p:txBody>
      </p:sp>
      <p:pic>
        <p:nvPicPr>
          <p:cNvPr id="13" name="Picture 12" descr="ceres_solv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478" y="5010912"/>
            <a:ext cx="2164098" cy="1207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13-3：Ceres 求解器性能对比（来源：Ceres Solver 官方文档）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建图操作流程与质量监控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启动仿真 → 启动 slam_toolbox → 遥控探索 → 保存地图；用覆盖度量化质量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1. 启动仿真环境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drive:=false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2. 启动 slam_toolbox 建图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slam_toolbox online_async_launch.py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slam_params_file:=./config/mapper_params_online_async.yaml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use_sim_time:=true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3. 控制机器人探索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teleop_twist_keyboard teleop_twist_keyboard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4. 保存地图 (my_map.pgm + my_map.yaml)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nav2_map_server map_saver_cli -f ~/maps/my_map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70248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map_callback(self, msg):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 = np.array(msg.data).reshape(msg.info.height, msg.info.width)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free = np.sum(data == 0); occ = np.sum(data == 100); unk = np.sum(data &lt; 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coverage = (free + occ) / data.size * 100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self.get_logger().info(f'建图质量: 覆盖={coverage:.1f}% 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f'(空闲={free}, 占据={occ}, 未知={unk})')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33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参数调优与常见问题排查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粒子数随环境规模与噪声增大；重影、缺失、丢定位三类问题按表对症下药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地图重影/偏移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回环未触发或扫描匹配错误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降速：线性 0.15、角速度 0.3；调小 minimum_travel_distance/heading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地图缺失区域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未充分探索、激光范围有限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自动探索或手动补扫；增大 max_laser_range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定位丢失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快速移动、环境特征不足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提高相关搜索参数：correlation_search_space_smear_deviation、loop_match_maximum_variance_big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粒子数选择原则：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94176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环境规模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大小因子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100 m²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小房间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500 m²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普通办公室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2000 m²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厂区/仓库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 2000 m²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大型场景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76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粒子数 = 30 × 大小因子 × (1 + 噪声×5)，上限 200。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972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粒子滤波用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加权粒子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近似后验，三大步骤：预测、更新、重采样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粒子退化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用有效样本数 Neff 度量，Neff &lt; N/2 时触发重采样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Rao-Blackwellized 分解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把 SLAM 拆成"粒子估计轨迹 + 解析更新地图"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FastSLAM 1.0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运动模型采样、EKF 维护路标；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2.0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把观测融入提议分布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gmapping 三大改进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：激光似然优化提议分布、自适应重采样、选择性扫描匹配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slam_toolbox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是 ROS2 中的后继者，基于 pose graph + Ceres，支持回环检测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建图质量用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覆盖度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量化（未知区域占比），探索路径决定闭合质量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96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原理题：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说明 Rao-Blackwellized 粒子滤波如何将 SLAM 问题分解，为什么这种分解可以降低状态空间的维度？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实现一个简化版 gmapping 粒子滤波 SLAM 系统，包含粒子初始化、运动模型预测、权重计算和重采样四个核心步骤。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比较 gmapping 和 slam_toolbox 在算法原理上的异同，说明为什么 ROS2 选择了 slam_toolbox 而不是继续使用 gmapping。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在 Gazebo 仿真中使用 slam_toolbox 进行建图，配置参数使建图质量最优，包括分辨率、更新频率、回环检测等。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推导题：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推导 gmapping 中优化提议分布的数学形式，说明为什么融合激光观测的提议分布可以提高采样效率。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4748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某 2000m² 的仓库需要高精度建图，机器人配备 2D 激光雷达和轮式里程计。设计完整的建图方案：SLAM 算法选择、参数配置、建图路径规划和地图质量评估方法。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第13章 PPT：gmapping 粒子滤波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第14章：AMCL 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蒙特卡洛定位（MCL）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：粒子滤波在定位中的直接应用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AMCL 如何用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粒子群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表示机器人位姿的不确定性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传感器模型与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自适应重采样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在定位中的角色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从"建图"到"定位"：地图、TF 与全局定位流程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