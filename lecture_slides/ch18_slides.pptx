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旁白：各位同学好，欢迎进入第十八章。上一章我们学会了代价地图如何表达环境，本章学习如何在这张地图上找到最优路径，即全局路径规划。课程从 Dijkstra 与 A* 两个经典算法讲起，再进入 Nav2 的 Smac 系列规划器与路径优化技术，理论与实践并重。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旁白：本页六项目标按"原理—实现—选型—实践"逐层递进：先掌握 Dijkstra 与 A* 的算法原理和编码实现，再熟悉 Smac 系列规划器的选型依据，最后落到规划器配置与路径优化。建议以编程题为学习主线，带着目标听完后两节的算法推导。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旁白：注意规划问题的三要素：输入是代价地图与首尾位姿，输出是带朝向的位姿点序列，优化目标是路径长度等约束的最小化。图 18-w1 动图展示了 Nav2 在栅格地图上逐步生成直线路径的过程，可结合后面的算法实现反复体会"搜索"与"回溯"两个阶段。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表中五项指标并非并列关系：计算时间是实时性的硬约束，安全距离与完备性关乎基本可用性，路径长度与平滑度则是质量指标。特别留意平滑度与安全距离此消彼长的矛盾，这正是引入代价地图膨胀层统一权衡的原因，也是本章代价函数设计的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旁白：伪代码展示了 Dijkstra 的完整闭环：open_list 每次取出 g 值最小的节点扩展，命中目标即回溯，同时用 parent 指针重建路径。效率低的根源在于第 2 步的"向所有方向等距离扩展"，完全无视目标方位，这为下一节引入启发式 H(n) 埋下伏笔；优点是保证最短路径且算法完备，实现简单。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旁白：实现细节有三处值得强调：8 邻域中对角线移动代价取根号二；step_cost 公式把地图代价值融合进移动代价，让路径倾向绕开高代价区域；优先队列配合 closed_set 防止重复扩展。坐标互转时注意 resolution 的单位换算，这是初学者最易出错的地方。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旁白：F = G + H 是 A* 的灵魂，关键在 H 的设计。表中四种启发式按连接方式选用：四邻域配曼哈顿距离，八邻域配欧氏或对角线距离。"可采纳"即不高估真实代价，这是最优性的理论保障；对角线距离因贴合实际步长而扩展节点最少，是八邻域场景的首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旁白：对照上一节代码，这里实质变化只有两处：优先队列改为按 f_score 排序，以及 open_set 与 closed_set 双集合的维护。对角线启发式公式中根号二减二的系数来自 d2 与 2·d1 的差，符号别写错。建议动手把两份代码做一次 diff，体会"一个启发式改变一切"。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旁白：表格说明两者本质相同、只差一个启发式；实验数据则给出量化对比：路径长度完全一致（3.21 米），但 A* 的扩展节点数与耗时约为 Dijkstra 的三分之一。这印证了可采纳启发式"不损失最优性、大幅提升效率"的价值，也解释了工程上默认选 A* 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旁白：表中五类规划器按运动学约束递进：从经典的 NavFn 到满足阿克曼转向的 Lattice，选型核心是底盘类型——圆形差速用 NavFn 或 Smac 2D 足够，需要考虑朝向与转弯半径再上 Hybrid-A*。图 18-w2 展示 Theta* 的任意角度路径，全向底盘值得尝试；tolerance 的"最近可达点"语义在目标落在障碍内时非常实用。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旁白：Hybrid-A* 的三个关键词：状态从 (x, y) 扩展到 (x, y, θ)、运动基元由"速度 + 转角 + 时间步"生成、距目标较近时用 Reeds-Shepp 曲线解析直连。代码注释里的自行车模型公式决定了航向更新，xy 与 θ 的离散化分辨率影响搜索粒度。图 18-w3 显示生成路径平滑且符合转弯半径约束，这正是非全向底盘选择它的原因。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旁白：YAML 中注释掉的 Hybrid 配置就是切换开关，注释与反注释即可完成规划器替换；tolerance 与 use_astar 是 NavFn 最常用的两个参数。bash 命令演示了运行时动态查看与切换规划器，注意切换后必须重新发起导航请求才会触发重规划，这也是排查"改了没生效"的第一步。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旁白：路径优化分三板斧：平滑用梯度下降迭代或 B 样条插值去除锐角，修剪用 Douglas-Peucker 递归二分压缩冗余点，代价感知优化则沿法线把路径推出高代价区域。注意 push_force 公式中 min(cost/100, 0.5) 的上限设计，防止过度外推。Nav2 的 smoother_server 独立承担后处理，实验证明先平滑后跟踪能显著降低横向误差。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演示节点的流程图值得精读：首次收到代价地图才创建规划器，目标求解失败则等待下一帧地图，体现了"数据驱动"的节点设计模式。命令行四条指令覆盖路径、地图、参数的查看与修改，是调试的基本功。故障排查表按症状给出三类解决思路：超时先降分辨率、穿墙查膨胀半径、不平滑上平滑器后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旁白：六条要点构成一条主线：从问题定义出发，经 Dijkstra 与 A* 的对比引出启发式设计，再由 Smac 家族与 Hybrid-A* 落到实际选型，最后以平滑、修剪、外推三板斧收尾。复习时建议把本页与 P10 的规划器表格、P9 的对比实验搭配使用，形成"原理—选型—优化"的完整知识链。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旁白：五道题覆盖五个能力层次：原理题检验概念辨析，编程题动手实现 A* 并可视化，分析题理解运动学约束的必要性，配置题练习参数调整，设计题综合三层框架。建议至少独立完成前两题，后三题可结合真实底盘参数在仿真中验证，遇到困难回顾 P11 与 P12 的要点。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旁白：本章解决了"从起点到终点走哪条路"的问题，下一章回答"沿这条路怎么走"：DWA 动态窗口法与 DWB 控制器、Regulated Pure Pursuit 与 MPPI 都将登场，还有局部规划的参数调优与调试命令。建议先复习本章的代价函数设计思路，它同样是局部规划器的基础。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：ROS2 Python 编程　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章节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：第18章　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：2 课时（90 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教学方式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：讲授 + 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254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Dijkstra 算法的原理与 Python 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A* 算法的原理、启发式函数设计与 Python 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Nav2 Smac Planner 系列规划器的工作原理与选型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熟悉全局路径规划的代价函数设计思路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能够配置和切换不同的全局规划器（GridBased / Smac Hybrid）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掌握路径平滑、修剪与代价感知优化技术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全局路径规划概述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问题定义；输入输出；优化目标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问题定义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：在已知环境地图（代价地图）中，寻找从起点到终点的无碰撞最优路径。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输入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：环境地图（代价地图）、起点位姿 (x_start, y_start, θ_start)、终点位姿 (x_goal, y_goal, θ_goal)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输出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：路径，即一系列连续的位姿点 {(x₁, y₁, θ₁), ..., (xₙ, yₙ, θₙ)}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优化目标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：path* = argmin f(path)，其中 f(path) 通常为路径总长度，也可包含转弯代价、安全距离等约束</a:t>
            </a:r>
          </a:p>
        </p:txBody>
      </p:sp>
      <p:pic>
        <p:nvPicPr>
          <p:cNvPr id="12" name="Picture 11" descr="nav2_straightline_gif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595" y="4882896"/>
            <a:ext cx="2369865" cy="1335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18-w1：Nav2 规划器插件演示——在代价地图上生成直线路径（来源：docs.nav2.org）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5683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参考来源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：Nav2 官方文档 Planner Tables 与 Smac Planner、docs.ros.org、A* 原始论文（Hart 等，1968）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76626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路径规划的评价指标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五项核心指标；实时性优先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重要性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路径长度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从起点到终点的总距离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计算时间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规划所需时间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高（实时性）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平滑度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路径曲率变化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安全距离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距离障碍物的最近距离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完备性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是否存在可行解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233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机器人导航中"计算时间"是硬约束：碰撞规避必须跟上底盘运动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439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平滑度与安全距离往往此消彼长，需结合代价地图膨胀层统一权衡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646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Dijkstra 算法原理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广度优先最短路径搜索；G(n) 最小优先扩展；完备性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核心思想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：维护从起点到每个节点的最短距离 G(n)，每次选择 G(n) 最小的节点扩展，直到扩展到目标点。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1. 初始化: open_list = {start}; closed_list = {}; g(start)=0, g(其他)=∞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2. while open_list 不为空: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3. 取出 g 值最小的节点 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4. if n == goal: 回溯路径，返回成功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5. n 移入 closed_list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6. 遍历 n 的相邻节点 m: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7. if m in closed_list: continue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8. if m 是障碍物: continue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9. new_g = g(n) + cost(n, m)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10. if new_g &lt; g(m): 更新 g(m)、parent(m)，必要时加入 open_list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3. return 失败（无可行路径）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126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优点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：保证最短路径、算法完备（有解必能找到）、实现简单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332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缺点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：不考虑目标位置，向所有方向等距离扩展，搜索范围大、效率低，大地图上计算时间过长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Dijkstra Python 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8 邻域连接；代价融合；优先队列 + closed 集合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DijkstraPlanner: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__init__(self, costmap, resolution=0.05):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self.height, self.width = costmap.shape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self.neighbors = [(-1,-1),(-1,0),(-1,1),(0,-1),(0,1),(1,-1),(1,0),(1,1)]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self.movement_costs = [√2, 1, √2, 1, 1, √2, 1, √2]   # 对角线代价更高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924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关键逻辑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13048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代价 = 移动代价 + 地图代价（254 及以上视为障碍）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step_cost = movement_cost * (1.0 + map_cost / 50.0)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优先队列: (g_score, (row, col))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open_heap = [(0, start)]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while open_heap: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current_g, current = heapq.heappop(open_heap)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current in closed_set: continue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current == goal: return self._reconstruct_path(parent, start, goal)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closed_set.add(current)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for i, (dr, dc) in enumerate(self.neighbors):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...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tentative_g &lt; g_score[neighbor]: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g_score[neighbor] = tentative_g; parent[neighbor] = current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heapq.heappush(open_heap, (tentative_g, neighbor))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9860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world_to_grid / grid_to_world 完成世界坐标与栅格坐标互转，resolution=0.05 即 5 cm 栅格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699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A* 算法原理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F(n)=G(n)+H(n)；启发式函数选择；可采纳性理论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评价函数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：F(n) = G(n) + H(n)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G(n)：起点到当前节点 n 的实际代价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H(n)：当前节点 n 到目标点的启发式估计代价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29184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启发式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曼哈顿距离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abs(dx) + abs(dy)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四邻域连接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欧氏距离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√(dx² + dy²)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八邻域连接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切比雪夫距离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max(abs(dx), abs(dy))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允许斜向移动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对角线距离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d1·(dx+dy) + (d2−2·d1)·min(dx,dy)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对角线移动（d2=√2）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974336"/>
            <a:ext cx="11094415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（来源：docs.ros.org / Nav2 文档）：A* 出自 Hart、Nilsson 与 Raphael 1968 年 SRI 论文。启发式 h(n) 若"可采纳"（不高估真实代价），A* 保证最优；若满足一致性，首次扩展节点即为最优。欧氏距离是 8 邻域可采纳启发式，而切比雪夫/对角线距离（√2 对角代价）更贴合实际步长，能减少无效扩展。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A* Python 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f_score 优先队列；对角线启发式；open/closed 集合管理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37322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AStarPlanner: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plan(self, start_world, goal_world):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g_score = {start: 0.0}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f_score = {start: self._heuristic(start, goal)}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open_heap = [(f_score[start], start)]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open_set = {start}; closed_set = set(); parent = {}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while open_heap: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_, current = heapq.heappop(open_heap)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if current == goal: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return self._reconstruct_path(parent, start, goal)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open_set.discard(current); closed_set.add(current)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for i, (dr, dc) in enumerate(self.neighbors):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...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tentative_g = g_score[current] + step_cost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if tentative_g &lt; g_score.get(neighbor, inf):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g_score[neighbor] = tentative_g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f_score[neighbor] = tentative_g + self._heuristic(neighbor, goal)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if neighbor not in open_set: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heapq.heappush(open_heap, (f_score[neighbor], neighbor))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828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启发式：对角线距离 1.0·(dr+dc) + (√2 − 2.0)·min(dr, dc)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8961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与 Dijkstra 的唯一区别：优先队列按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f_score 而非 g_score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排序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6093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全局路径规划（P9）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A* vs Dijkstra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效率差异；路径质量相当；对比实验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Dijkstra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A*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扩展方向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向四周等距扩展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受启发式引导朝目标扩展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评价函数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 = g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 = g + h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搜索效率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低（探索大）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高（节点少）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最优性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启发式可采纳时保证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实现复杂度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低（仅多一个启发式）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233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对比实验输出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43984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Dijkstra: 482点, 85.3ms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A*:       214点, 31.7ms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Dijkstra路径长度: 3.21m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A*路径长度:       3.21m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05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相同代价定义下两者路径长度一致，A* 用时约为 Dijkstra 的 1/3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25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全局路径规划（P10）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Smac Planner 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规划器全家福；选型指引；Theta* 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内置五类全局规划器：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5059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NavfnPlanner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导航函数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经典、路径平滑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简单环境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SmacPlanner2D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A*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 A* 于 2D 代价地图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SmacPlannerHybrid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Hybrid-A*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带运动学约束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非全向机器人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SmacPlannerLattice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状态格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满足动力学约束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阿克曼转向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ThetaStarPlanner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Theta*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任意角度路径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全向机器人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pic>
        <p:nvPicPr>
          <p:cNvPr id="10" name="Picture 9" descr="thetastar_00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114" y="4443984"/>
            <a:ext cx="1642827" cy="17739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18-w2：Theta* 规划器生成的任意角度路径（来源：docs.nav2.org）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656832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：圆形差速底盘用 NavFn/Smac 2D 足够；需考虑朝向与转弯半径时引入 Hybrid-A*；Lattice 适合要求路径可精确复现的场景。tolerance 语义：目标不可达时按该半径搜索"最近可达点"直接规划过去。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9552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全局路径规划（P11）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Hybrid-A* 算法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状态 (x,y,θ)；运动基元；Reeds-Shepp 连接；官方运动学细节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Hybrid-A* 在标准 A* 基础上加入运动学约束：状态空间由 (x,y) 扩展到 (x,y,θ)，考虑最小转弯半径，支持前进/后退，并用 Reeds-Shepp 曲线连接目标。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28416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运动基元生成（速度 + 转角 + 时间步 + 挡位）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前进: [steer=-0.4…0.4, v=0.3, dt=0.5] ×5    后退: [steer=-0.2…0.2, v=-0.2, dt=0.3] ×3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自行车模型仿真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new_theta = theta + v * tan(steer) / 0.5 * dt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离散化：xy 分辨率 0.2m（比代价地图粗）、θ 分辨率 15°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距目标 &lt;0.5m 时用 Reeds-Shepp 曲线直连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节点代价 = 运动距离 + 转向惩罚 |steer|·0.5</a:t>
            </a:r>
          </a:p>
        </p:txBody>
      </p:sp>
      <p:pic>
        <p:nvPicPr>
          <p:cNvPr id="10" name="Picture 9" descr="hybrid_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204" y="5093208"/>
            <a:ext cx="1374647" cy="11247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18-w3：Smac Hybrid-A* 生成的带运动学约束路径（来源：docs.nav2.org）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656832"/>
            <a:ext cx="11094415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：motion_model_for_search_type 选 DUBIN（仅前进）或 REEDS_SHEPP（允许倒车）；minimum_turning_radius 过小会生成底盘转不出的急弯；reverse_penalty/change_penalty/non_straight_penalty 是"像不像人开车"的旋钮。调参顺序：先把 analytic_expansion_ratio 与 analytic_expansion_max_length 调到能稳定生成解析端点，再收紧惩罚项。Lattice 依赖离线运动基元文件，其分辨率必须与 costmap 匹配（最常见坑）。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9125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全局路径规划（P12）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Nav2 规划器配置与切换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planner_server YAML；Hybrid 调参；运行时切换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planner_server: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ros__parameters: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planner_plugins: ["GridBased"]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GridBased: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plugin: "nav2_navfn_planner/NavfnPlanner"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tolerance: 0.5                # 目标容忍距离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use_astar: true               # 使用 A* 加速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allow_unknown: false          # 不允许未知区域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Smac Planner Hybrid 可选配置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GridBased: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  plugin: "nav2_smac_planner/SmacPlannerHybrid"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  tolerance: 0.5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  max_planning_time: 2.0       # 最大规划时间(s)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  minimum_turning_radius: 0.2  # 最小转弯半径(m)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  reverse_penalty: 2.0         # 后退惩罚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  change_penalty: 0.5          # 方向变化惩罚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  non_straight_penalty: 1.1    # 非直线惩罚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140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运行时切换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234684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param get /planner_server planner_plugins          # 查看当前规划器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param set /planner_server planner_plugins "['SmacPlanner']"   # 动态切换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9936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切换后需要重新发起导航请求才会触发重规划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4142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全局路径规划（P13）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路径优化与规划器协同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平滑/修剪/插值；代价感知外推；smoother_server 标准管线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路径平滑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（去除锐角转折）：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PathSmoother: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__init__(self, weight_data=0.5, weight_smooth=0.3, weight_length=0.2):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...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smooth(self, path, num_iterations=100):   # 梯度下降迭代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d_data：保持接近原始点、d_smooth：与邻居差距、d_length：均匀间距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new_path[i] += d_data + d_smooth + d_length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b_spline_smooth(self, path, num_points=100):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scipy: splprep + splev B 样条插值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修剪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（Douglas-Peucker）：最远点距首尾连线超过 epsilon 则递归二分，否则丢弃中间点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223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插值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：interpolate_path(path, step_size=0.1) 按固定步长均匀重采样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3562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代价感知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（CostAwarePathOptimizer）：cost &gt; 50 的高代价区域沿法线外推，push_force = min(cost/100, 0.5)·0.05，迭代 50 次、变化 &lt; 0.001 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141464"/>
            <a:ext cx="110944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（来源：Nav2 文档 / Robotics Back-End）：后处理由独立 smoother_server 承担——Simple Smoother 用共轭梯度迭代，w_smooth/w_data 权衡平滑度与贴合度，避免"抄近道"穿墙；默认行为树在 ComputePathToPose 后串联 SmoothPath Action，构成"折线路径 + 平滑输出"标准管线。实验表明：先平滑后跟踪，DWB/RPP/MPPI 横向误差显著降低——平滑器是规划与控制之间的质量缓冲。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9317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全局路径规划（P14）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实战案例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Nav2 完整流程；命令行调试；常见问题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演示节点流程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（订阅代价地图 → A* 规划 → 发布 /planned_path）：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订阅 /global_costmap/costmap (OccupancyGrid)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└─ 首次收到 → reshape 为代价地图 → 创建 AStarPlanner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└─ 规划 start=(0,0) → goal=(3,2)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├─ 成功 → 发布 /planned_path (nav_msgs/Path)，log 路径点数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└─ 失败 → 等待下一帧代价地图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056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命令行调试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26280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/plan --once                      # 查看规划路径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/global_costmap/costmap --once    # 查看代价地图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param describe /planner_server GridBased.plugin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param set /planner_server GridBased.tolerance 0.3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5687568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常见问题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解决思路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路径规划超时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降低代价地图分辨率、减小搜索范围、换更高效规划器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路径穿过障碍物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膨胀半径过小，检查代价地图更新，增加规划容忍度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路径不平滑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平滑器后处理、改用 Hybrid-A*、降低代价地图分辨率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7059168"/>
            <a:ext cx="11094415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仿真实例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：ros2 launch navigation_sim_demo_ros2 nav2_demo.launch.py use_gazebo:=true use_rviz:=true gz_headless:=false + nav_goal_runner -p goal_x:=1.0 -p goal_y:=0.0 + ros2 topic echo /plan --once；参数在 nav2_params.yaml。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942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全局路径规划（P15）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全局路径规划：在已知代价地图上求无碰撞最优路径，输入起点/终点位姿，输出位姿点序列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Dijkstra 均匀等距扩展保证最短路径但效率低；A* 以 F = G + H 引导搜索，启发式可采纳时同样保证最优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8 邻域连接下优先使用对角线距离启发式（√2 对角代价），减少无效扩展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Nav2 默认 GridBased 为 NavFn；Smac 家族覆盖 2D / Hybrid-A* / Lattice，另有 Theta*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Hybrid-A* 扩展状态到 (x, y, θ)，以运动基元 + Reeds-Shepp 连接处理最小转弯半径、倒车与转向惩罚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路径优化三板斧：平滑（梯度下降 / B 样条）、修剪（Douglas-Peucker）、代价感知外推；smoother_server 与规划器协同是 Nav2 标准管线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全局路径规划（P16）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原理题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：比较 Dijkstra 与 A* 的异同，说明启发式函数 H(n) 如何影响搜索效率和路径质量。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编程题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：实现 A* 路径规划算法，在给定代价地图上搜索最短路径并可视化。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分析题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：分析 Hybrid-A* 与标准 A* 的区别，说明为什么非全向机器人需要 Hybrid-A* 规划器。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配置题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：在 Nav2 中配置 Smac Planner Hybrid，调整最小转弯半径、后退惩罚等参数以适应差速机器人。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设计题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：设计三层路径规划框架——上层 A* 中分辨率粗规划，中层 Hybrid-A* 细化，下层平滑器后处理。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全局路径规划（P17）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全局路径规划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第19章　局部路径规划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DWA 动态窗口法与 DWB 控制器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Regulated Pure Pursuit 与 MPPI 控制器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局部规划参数调优与调试命令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