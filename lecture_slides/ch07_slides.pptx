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旁白：这是第 7 章 TF2 坐标变换系统的标题页。机器人要回答数据来自哪个坐标系、目标在世界何处，必须依靠坐标变换。本章 2 课时，从坐标系树设计讲到广播与查询，最后用三大调试工具实战验证。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旁白：六个目标分三层：先理解树与 DAG 结构，再掌握静态与动态两种广播器，最后学会查询变换、变换点坐标与三大调试工具。学完应能分清「相对变换」与「绝对变换」，这也是练习中反复出现的考点。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旁白：TF2 把坐标系组织成树，每个子系只有一个父系，保证查找路径唯一。官方用地图寻人作类比：知道世界到机器人、机器人到机械臂两步变换，叠加就能推出世界下机械臂的位姿，这就是变换叠加的思想。RViz 图中每个彩色的坐标系标记都在树上。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旁白：核心 API 就四个：Buffer 缓存变换历史，TransformListener 订阅 /tf 话题并与 Buffer 同步，TransformBroadcaster 广播动态变换，StaticTransformBroadcaster 广播固定安装关系。静态变换通常只发送一次即可，动态变换则周期性更新。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旁白：静态变换适用于安装在底盘上固定不动的传感器，程序 7-1 把激光雷达放到 base_link 前方 0.2 米、上方 0.1 米处，只发送一次。命令行 static_transform_publisher 可以做同样的事，适合快速测试与临时挂载坐标系。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旁白：动态变换与静态相反，需要周期性持续广播，示例用正弦余弦模拟圆形轨迹，约 10 赫兹更新。关键要分清：广播端发布的是相对变换，查询端查到的任意两帧结果是推导出的绝对变换，二者不可混用，否则查出的数据会难以理解。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旁白：lookup_transform 是查询核心接口，三个参数分别是目标坐标系、源坐标系与时间戳。查询可能因帧未加载或时间未同步而失败，所以要捕获异常并打印警告。工程上通常用 try 包住查询，失败时降级处理并稍后重试。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旁白：点坐标变换分两步：先查变换，再用 do_transform_point 施加平移与旋转。示例把激光坐标系下的点转换到 base_link。由于 Buffer 缓存存在延迟，工程上常查询过去 50 到 100 毫秒的数据，保证时效性。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旁白：时间同步的关键是 can_transform 加超时等待，避免时序问题导致查询失败。Buffer 默认保存约 10 秒历史，未命中的时刻自动插值，查询应使用数据自身时间戳。排障两大高频原因：帧名拼写错误与时间戳不连续。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旁白：三大调试工具：tf2_echo 实时打印两帧变换，tf2_monitor 监视所有变换的频率与延迟，view_frames 生成 PDF 坐标系树。树中出现分叉或多根即声明错误，view_frames 一眼就能看出，是排障的第一现场。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旁白：本页把高频报错与根因对照：找不到连接多半是静态变换未加载，invalid tree 是父子循环，Data unavailable 是时间戳超出缓存窗口。排障时从这三个方向入手，练习中每次报错都要对应到根因，形成直觉。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旁白：实例演示完整流程：RViz 中先看层级，tf2_echo 持续输出，view_frames 导出当前树。移动机器人后对比，可区分固定安装变换与运动变换。注意 frame 名称以实际输出为准，不强行套用示例名称。运行演示展示查询结果与可视化。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旁白：回顾六条要点：树加 DAG 结构、两种广播器、lookup_transform 查询、can_transform 时间同步、自动插值支持历史时间戳、三大调试工具。至此 TF2 编程与排障形成完整闭环，可以直接支撑下一章建模的坐标系验证。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旁白：六道练习从静态广播起步，到动态圆轨迹、监听查询、点变换、超时重试，最后用三个调试工具导出 frames.pdf。建议以完整 TF 树为目标，逐题验证后再综合调试，其中第 6 题覆盖前三题的全部成果。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旁白：下一章进入 URDF 建模：link 与 joint 语法、Xacro 宏参数化、robot_state_publisher 自动发布 TF、RViz RobotModel 可视化验证。本章的坐标系树正是由 URDF 模型驱动生成的，两章知识在此衔接。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gif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第7章 PPT：TF2 坐标变换系统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第7章 PPT：TF2 坐标变换系统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 / 15 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TF2 坐标变换系统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1226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课程：ROS2 Python 编程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3288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章节：第 7 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5351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课时：2 课时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7413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本课学习目标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第7章 PPT：TF2 坐标变换系统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2 / 15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理解 TF 坐标系树结构与 DAG（有向无环图）原则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掌握 StaticTransformBroadcaster 静态变换广播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掌握 TransformBroadcaster 动态变换广播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505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用 Buffer.lookup_transform 查询变换关系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7121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用 do_transform_point 完成点坐标变换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2918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理解时间同步、插值机制与三大调试工具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71246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坐标系树设计原理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第7章 PPT：TF2 坐标变换系统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3 / 15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典型 XBot-U 坐标系树：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9344"/>
            <a:ext cx="11094415" cy="1033271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map → odom → base_footprint → base_link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                 ├── laser_frame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                 ├── camera_frame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                 └── imu_link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7063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TF2 将坐标系组织为树状结构，确保无环单向依赖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9125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各坐标系只能有一个父系（DAG），保证变换查找唯一路径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1188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官方类比「地图上的寻人」：知道「世界→机器人」「机器人→机械臂」两张图，就能推得世界下机械臂的位姿，即变换叠加</a:t>
            </a:r>
          </a:p>
        </p:txBody>
      </p:sp>
      <p:pic>
        <p:nvPicPr>
          <p:cNvPr id="11" name="Picture 10" descr="turtlesim_rv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5841" y="4325112"/>
            <a:ext cx="3511372" cy="189280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" y="6309359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图：官方教程——在 RViz2 中显示小乌龟各坐标系的层级关系。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656831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TF2 核心 API 模块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第7章 PPT：TF2 坐标变换系统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4 / 15 页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11094415" cy="1033271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from tf2_ros.buffer import Buffer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from tf2_ros.transform_listener import TransformListener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from tf2_ros.transform_broadcaster import TransformBroadcaster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from tf2_ros.static_transform_broadcaster import StaticTransformBroadcaster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350008"/>
          <a:ext cx="1109441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7207"/>
                <a:gridCol w="5547208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模块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用途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Buffer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缓存变换历史，提供查询接口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TransformListener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订阅 /tf 话题，与 Buffer 同步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TransformBroadcaster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动态变换广播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StaticTransformBroadcaster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静态变换广播（固定安装关系）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03250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静态变换广播器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第7章 PPT：TF2 坐标变换系统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5 / 15 页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11094415" cy="3044952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class StaticTFPublisher(Node):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def __init__(self):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super().__init__('static_tf_pub')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self.broadcaster = StaticTransformBroadcaster(self)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t = TransformStamped()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t.header.stamp = self.get_clock().now().to_msg()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t.header.frame_id = 'base_link'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t.child_frame_id = 'laser_frame'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t.transform.translation.x = 0.2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t.transform.translation.z = 0.1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t.transform.rotation.w = 1.0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self.broadcaster.sendTransform(t)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36168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程序 7-1：静态变换只发送一次，适用于固定不变的传感器安装位置。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782312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命令行等效：ros2 run tf2_ros static_transform_publisher --x 0.2 --z 0.1 --frame-id base_link --child-frame-id laser_frame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8815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动态变换广播器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第7章 PPT：TF2 坐标变换系统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6 / 15 页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11094415" cy="3246120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class DynamicTFPublisher(Node):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def __init__(self):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super().__init__('dynamic_tf_pub')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self.broadcaster = TransformBroadcaster(self)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self.timer = self.create_timer(0.1, self.publish_tf)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def publish_tf(self):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t = TransformStamped()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t.header.stamp = self.get_clock().now().to_msg()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t.header.frame_id = 'odom'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t.child_frame_id = 'base_link'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t.transform.translation.x = math.sin(self.count * 0.1)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t.transform.translation.y = math.cos(self.count * 0.1)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t.transform.rotation.w = 1.0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self.broadcaster.sendTransform(t)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6285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程序 7-2：动态变换持续广播（如 odom→base_link），约 10Hz 定时更新。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27608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广播端发布的是「相对变换」（子帧相对父帧），查询端得到的是「绝对变换」（任意两帧推导结果），二者不可混用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893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监听 TF：lookup_transform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第7章 PPT：TF2 坐标变换系统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7 / 15 页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11094415" cy="3916680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class TFListener(Node):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def __init__(self):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super().__init__('tf_listener')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self.tf_buffer = Buffer()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self.tf_listener = TransformListener(self.tf_buffer, self)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self.timer = self.create_timer(1.0, self.lookup_tf)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def lookup_tf(self):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try: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now = rclpy.time.Time()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transform = self.tf_buffer.lookup_transform(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 'base_link',          # 目标坐标系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 'laser_frame',        # 源坐标系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 now,                  # 时间戳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 timeout=rclpy.duration.Duration(seconds=1.0))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t = transform.transform.translation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self.get_logger().info(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 f'Laser→Base: x={t.x:.3f}, y={t.y:.3f}, z={t.z:.3f}')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except Exception as e: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self.get_logger().warn(f'TF 查询失败: {e}')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23341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程序 7-3：lookup_transform(target, source, time) 查询两个坐标系之间的变换关系。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94664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坐标点变换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第7章 PPT：TF2 坐标变换系统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8 / 15 页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11094415" cy="2441448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from tf2_geometry_msgs import do_transform_point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from geometry_msgs.msg import PointStamped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将激光雷达坐标系下的点转换到 base_link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point_in_laser = PointStamped()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point_in_laser.header.frame_id = 'laser_frame'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point_in_laser.point.x = 1.0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transform = self.tf_buffer.lookup_transform(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'base_link', 'laser_frame', rclpy.time.Time())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point_in_base = do_transform_point(point_in_laser, transform)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5818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先查询变换，再用 do_transform_point 施加平移与旋转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7880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Buffer 延迟约等于话题频率的倒数，工程上常查询过去 50–100 ms 的数据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8920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时间同步与插值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第7章 PPT：TF2 坐标变换系统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9 / 15 页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11094415" cy="1837943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def lookup_tf_with_wait(self):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# 等待直到指定变换可用（waitForTransform 已废弃）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if self.tf_buffer.can_transform(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'base_link', 'laser_frame', rclpy.time.Time(),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timeout=rclpy.duration.Duration(seconds=2.0)):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transform = self.tf_buffer.lookup_transform(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'base_link', 'laser_frame', rclpy.time.Time())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5468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程序 7-4：can_transform 等待变换就绪，避免因时序问题导致查询失败。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86791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Buffer 默认保存约 10 秒变换历史，未精确命中的时刻自动线性插值（绕旋转轴插值）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5811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传 time=Time() 取最新；传历史时间戳取该时刻变换（需缓存足够）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0017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传感器数据查询应使用数据自身时间戳 header.stamp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4223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排障两大高频原因：帧名拼写、时间戳不连续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4301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命令行调试工具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第7章 PPT：TF2 坐标变换系统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10 / 15 页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11094415" cy="2843784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实时查看两坐标系变换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run tf2_ros tf2_echo base_link laser_frame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监视所有 TF 变换（帧频率与延迟）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run tf2_ros tf2_monitor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生成坐标系树 PDF（frames.pdf）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run tf2_tools view_frames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命令行发布静态变换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run tf2_ros static_transform_publisher \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--x 0.2 --z 0.1 --yaw 0.0 \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--frame-id base_link --child-frame-id laser_frame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605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树中出现分叉或多根即声明错误，view_frames 可直接看出</a:t>
            </a:r>
          </a:p>
        </p:txBody>
      </p:sp>
      <p:pic>
        <p:nvPicPr>
          <p:cNvPr id="8" name="Picture 7" descr="turtlesim_fra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3043" y="4581144"/>
            <a:ext cx="3336969" cy="16367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图：官方教程——view_frames 导出的坐标系树文件示例，可直接观察父子层级。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65683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高频报错与根因对照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第7章 PPT：TF2 坐标变换系统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11 / 15 页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188720"/>
          <a:ext cx="11094415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7207"/>
                <a:gridCol w="5547208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报错信息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根因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Could not find a connection between X and Y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两帧不在同一棵树（多为静态变换未加载）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Lookup would result in an invalid transformation tree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父子关系循环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Data unavailable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时间戳超出 Buffer 缓存窗口</a:t>
                      </a:r>
                    </a:p>
                  </a:txBody>
                  <a:tcPr marL="50800" marR="50800" marT="12700" marB="12700" anchor="ctr"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25603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三类症状对应根因：帧树断裂、时间不同步、广播频率过低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809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练习中复现的每种报错都应对应到根因，形成排障直觉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015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仿真结合实例：查询 Wheeltec 传感器坐标系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第7章 PPT：TF2 坐标变换系统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12 / 15 页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11094415" cy="1636776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终端 1：启动仿真和 RViz，不自动巡航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launch robot_sim_demo gazebo2.launch.py gui:=true rviz:=true drive:=false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终端 2：查询 TF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topic info /tf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run tf2_ros tf2_echo base_link laser_link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run tf2_tools view_frames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5351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RViz 的 TF 显示中可看到底盘到激光雷达、相机的层级关系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7413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tf2_echo 持续输出平移和旋转，view_frames 生成当前 TF 树文件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08736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移动机器人后再查询，可区分固定的 base_link → laser_link 安装变换与随运动变化的底盘变换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80060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具体 frame 名称以当前模型和 ros2 topic echo /tf 输出为准，不强行套用示例名称</a:t>
            </a:r>
          </a:p>
        </p:txBody>
      </p:sp>
      <p:pic>
        <p:nvPicPr>
          <p:cNvPr id="11" name="Picture 10" descr="ch07_t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2450" y="5513832"/>
            <a:ext cx="2698154" cy="1097280"/>
          </a:xfrm>
          <a:prstGeom prst="rect">
            <a:avLst/>
          </a:prstGeom>
        </p:spPr>
      </p:pic>
      <p:pic>
        <p:nvPicPr>
          <p:cNvPr id="12" name="Picture 11" descr="ch07_tf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7701" y="6702552"/>
            <a:ext cx="2887652" cy="10972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1520" y="7891272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本章要点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第7章 PPT：TF2 坐标变换系统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13 / 15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1. TF2 坐标系统呈树状结构（DAG），每个子系只有一个父系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2. StaticTransformBroadcaster 发送固定变换，TransformBroadcaster 发送动态变换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2257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3. 用 Buffer.lookup_transform(target, source, time) 查询变换关系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3580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4. can_transform 加 timeout 实现时间同步等待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5643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5. TF2 自动插值支持历史时间戳查询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87705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6. tf2_echo、tf2_monitor、view_frames 是三大调试工具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59028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练习题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第7章 PPT：TF2 坐标变换系统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14 / 15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1. 编写静态 TF 广播器，发布 base_link → laser_frame 的固定变换（x=0.3, z=0.15）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2. 编写动态 TF 广播器，以 10Hz 发布 odom → base_link 的圆形运动轨迹变换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1518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3. 编写 TF 监听器，每秒查询 laser_frame 在 base_link 中的位姿并输出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28415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4. 在监听器中实现点坐标变换：将 laser_frame 下的 (1.0, 0.0, 0.0) 点转换到 base_link 系下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04164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5. 使用 can_transform 实现带超时的安全查询，超时后重试最多 3 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75488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6. 使用 tf2_echo、tf2_monitor、view_frames 调试完整 TF 树，导出 frames.pdf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46811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下章预告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第7章 PPT：TF2 坐标变换系统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15 / 15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第 8 章：URDF/Xacro 机器人建模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URDF 语法基础与 link/joint 元素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XACRO 宏与参数化建模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505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robot_state_publisher 自动发布 TF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7121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RViz2 RobotModel 可视化验证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