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旁白：上一章解决了笛卡尔路径与避障，本章把视角转向机械臂最经典的工业任务：抓起一个物体并放到指定位置；先讲抓取姿态与夹爪，再讲物体附着与完整流程，最后引入官方的阶段化方案 MTC。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旁白：本章目标围绕"抓得住、放得准"展开：位姿链与夹爪保证抓得住，attach/detach 与十步流程保证放得准，MTC 则给出工程化的组织方式。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旁白：先建立"位姿链"的概念：真正抓取的那一位姿只是链条一环，前后还要有接近与撤离位姿，这也解释了为什么抓取程序总有"先到上方、再下降、再抬起"的固定节奏。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旁白：抓取方式的本质是选择接近方向：朝下接近最稳但要求顶部可达，侧面接近适合顶部被遮挡或需要避免下压的物体；两种姿态都由欧拉角转四元数生成。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旁白：本章的手工位姿计算是理解的起点，工程上更多用抓取检测算法自动生成候选；GraspIt! 偏仿真分析，GPD 偏实时感知，两者都最终汇入同一套验证与执行流程。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旁白：夹爪虽然小，却完整走了"设目标、规划、执行"的流程，与臂部规划完全同构；抓取物体时先开到比物体略宽 1 厘米再闭合，给定位留出余量。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旁白：真正的力控需要力传感器反馈，这里用"限速 + 截断轨迹"模拟缓慢接近的过程，重点是理解执行接口的归属：plan 在 PlanningComponent 上，execute 在 MoveItPy 对象上。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旁白：attach/detach 是上一章规划场景知识的直接延伸：附着把物体"长"在末端上参与所有碰撞检查，分离则把物体交还给场景，一对操作支撑起整个抓放语义。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旁白：十步流程是本章的骨架代码：前六步 pick、后五步 place，attach 与 detach 恰好是两段的分界；把这个节奏背下来，任何抓放任务都只是在这条时间线上填入具体位姿。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旁白：官方范式与本章代码一一对应：三段式就是三位姿链，ModifyPlanningScene 就是 process_attached_collision_object 的底层服务，理解了这层映射，读官方 pick_place_task 源码就不会迷路。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旁白：把单次抓放封装成 pick/place 方法后，多物体分拣只是在外层加一个路由循环；颜色分区是任务级逻辑，真正难的工程问题往往是避免前一次放置挡住下一次抓取。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旁白：MTC 的核心思想是"分而治之"：每个阶段只解决一件事并输出解集合，下游阶段对解做过滤与传递；这张官方图列出了生成器、传播器、过滤器等阶段类型，是读懂 MTC 程序的地图。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旁白：左图是整个任务的阶段列表，右图放大了前几个阶段；调试 MTC 时先看哪个阶段解数为零，再回看该阶段的输入约束，这种可观测性是十步流程写法不具备的。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旁白：两个案例代表抓放任务的两大变量——物体在动与目标在变：传送带考验感知与规划的时序配合，码垛考验放置策略的参数化；共同点是都复用本章的位姿链与 attach/detach 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旁白：把本章收敛为一条主线：位姿链决定抓得住，夹爪与 attach/detach 决定拿得稳，十步流程与 MTC 决定做得规范，感知入口决定能否应对动态场景。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旁白：五道题由易到难：前两题练位姿链与完整流程，第三题练任务级路由，第四题练放置策略参数化，第五题练感知驱动，均可在 xArm 仿真环境验证。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旁白：抓取离不开对物体位置的感知，而感知的源头是相机：下一章进入图像世界，从图像消息接口讲到相机标定，为视觉伺服类任务打好基础。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机器人编程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 29 章 抓取与放置编程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抓取姿态计算、夹爪控制、attach/detach 物体管理、Pick-and-Place 十步流程、多物体分拣与码垛、MoveIt Task Constructor 阶段化流水线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593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掌握抓取姿态的计算方法，会构造预抓取、抓取与撤离位姿链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理解顶部抓取与侧面抓取的适用场景与姿态差异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学会控制夹爪的开合运动与力矩/速度受限抓取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attach/detach 物体的 API 与规划场景语义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Pick-and-Place 完整流程与多物体分拣、码垛实现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了解官方 MoveIt Task Constructor 阶段化流水线的思想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抓取姿态分析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抓取姿态由四个要素决定：接近方向、抓取角度、抓取高度与撤离方向，核心公式为 T_grasp = T_object × T_offset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grasp_pose = deepcopy(object_pose)   # 抓取位姿 = 物体位姿 + 偏移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grasp_pose.position.z += gripper_depth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approach_pose = deepcopy(grasp_pose) # 接近预位姿：上方 10 cm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approach_pose.position.z += 0.1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retreat_pose = deepcopy(grasp_pose)  # 撤离位姿：上方 15 cm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retreat_pose.position.z += 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三位姿链：approach → grasp → retreat，是所有抓取程序的骨架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compute_grasp_pose(object_pose, approach_angle, approach_distance, grasp_height_offset) 为通用入口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86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顶部抓取与侧面抓取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顶部抓取末端朝下从上方接近，侧面抓取沿水平方向从侧面夹取，选择依据是物体的形状与可接近面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抓取方式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末端姿态（欧拉角）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适用物体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接近方式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顶部抓取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(π, 0, 0)，末端朝下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顶部平坦的盒体、桌面物体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 -Z 下降，z 加 gripper_depth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侧面抓取（X 向）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(0, π/2, 0)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侧面平整、顶部不便接近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 -X 水平接近 0.1 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侧面抓取（Y 向）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(π/2, 0, 0)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同上，换接近面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 -Y 水平接近 0.1 m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顶部抓取用 quaternion_from_euler(math.pi, 0, 0) 直接构造朝下姿态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67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练习第 1 题要求手动构造两类位姿，并分析各自适用的物体形状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074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官方要点：GraspIt!、GPD 与 Deep Grasp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官方生态提供两条抓取位姿生成路线：GraspIt! 基于物体 mesh 与手掌模型枚举力闭合抓取，GPD 用 CNN 从点云直接预测候选抓取位姿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GraspIt!（哥伦比亚大学仿真器）：输出带抓取分数的候选列表，适合离线分析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GPD（Grasp Pose Detection）：从点云实时预测，输出 MoveIt 可用的位姿列表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 Deep Grasp 文档把"感知 → 抓取候选 → IK 验证 → 执行"串成完整示例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官方建议：对候选位姿按"可达性 + 碰撞 + 接近方向可达"排序后再逐个尝试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夹爪控制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夹爪在 MoveIt2 中是独立的规划组，开合就是给关节组设置关节目标并规划执行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self.gripper = PlanningComponent(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self.moveit, 'gripper', 'gripper_link'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open_gripper(self, width=0.65):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self.gripper.set_start_state_to_current_state()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self.gripper.set_joint_value_target([width, width])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 = self.gripper.plan()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plan: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self.gripper.execute(plan.trajectory)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27024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关节目标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完全打开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[0.65, 0.65]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双指各到最大开度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半开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[0.3, 0.3]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中间过渡位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完全闭合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[0.0, 0.0]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接触并夹紧物体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模拟抓取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 width+0.01 再闭 -0.01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先比物体略宽，再闭合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52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夹爪力矩和速度控制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通过缩放因子限制夹爪速度与加速度，并用"分步执行"模拟力矩控制的缓闭过程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controlled_grasp(self, max_effort=50.0):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self.gripper.set_max_velocity_scaling_factor(0.3)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self.gripper.set_max_acceleration_scaling_factor(0.3)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self.gripper.set_joint_value_target([0.0, 0.0])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 = self.gripper.plan()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plan: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trajectory = plan.trajectory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只执行前半段轨迹（缓慢接近）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mid_point = len(trajectory.points) // 2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trajectory.points = trajectory.points[:mid_point]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self.moveit.execute(plan)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714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缩放因子 0.3 意味着以 30% 的最大速度/加速度运动，降低冲击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注意：moveit_py 的执行接口挂在 MoveItPy 对象上，而非 PlanningComponent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执行依赖执行服务器在线，课程统一封装 ensure_execution_servers 提供有界等待与明确报错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18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Attach/Detach 物体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抓住物体后用 AttachedCollisionObject 把它附着到末端连杆，物体随末端运动并自动获得自碰撞放行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 = AttachedCollisionObject()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aco.link_name = link_name                    # 附着到夹爪连杆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aco.object = co                              # CollisionObject 本体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aco.touch_links = ['gripper_link', 'link5']  # 允许接触的连杆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self.psm.process_attached_collision_object(aco)   # 附着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self.psm.process_attached_collision_object(aco_remove)  # 分离：REMOVE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附着时物体坐标系挂在 link_name 下，touch_links 声明允许接触的连杆，避免夹爪与物体被误判碰撞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799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分离是镜像操作：co.operation = REMOVE 后重新处理即可，物体回到场景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932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附着后物体进入 Allowed Collision Matrix 自动放行列表，可贴着抓手运动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Pick-and-Place 十步流程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标准抓放流程共十步，抓取段与放置段结构对称，attach/detach 分别是两段的转折点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打开夹爪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张开到 0.65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移动到预抓取位姿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物体上方 0.12 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下降到抓取位姿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到达物体位置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闭合夹爪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抓住物体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附着物体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attach 加入规划场景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撤离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上升 0.1 m 到安全高度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移动到预放置位姿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放置点上方 0.1 m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下降到放置位姿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到达放置位置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打开夹爪并分离物体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释放 + detach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撤离回安全位置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最后回到 home 位姿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474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示例场景：桌子 0.8×0.6×0.02，抓取点 (0.3, 0.1, 0.15)，放置点 (0.3, -0.2, 0.15)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每步之间 sleep 0.3~0.5 s，给规划场景更新与夹爪动作留出时间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81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官方要点：三段式抓取状态机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官方教程把十步流程压缩为三段式范式：pre-grasp approach、grasp、post-grasp retreat，放置段与之对称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pre-grasp approach：沿撤离方向的反向接近物体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grasp：夹爪闭合 + attach，物体瞬间进入规划场景并随末端连杆运动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post-grasp retreat：撤离到安全高度，等待转移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attach/detach 并非透明魔法：官方用 ModifyPlanningScene service 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夹爪通过 GripperCommand action 控制，规划器全程只负责臂部轨迹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多物体分拣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多物体分拣用"物体位置字典 + 放置区域字典"组织，按物体属性路由到对应放置区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sort_objects(self, object_locations, place_zones):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obj_id, obj_pose in object_locations.items():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self.pick(obj_pose)              # 逐个抓取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place_pose = place_zones.get('default')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'red' in obj_id:              # 按颜色路由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place_pose = place_zones.get('red_zone')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elif 'blue' in obj_id: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place_pose = place_zones.get('blue_zone')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self.place(place_pose)           # 放置到对应区域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71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循环体就是完整的 pick + place，前一个物体的放置结果是下一个物体规划的初始场景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84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分拣难点在路径干涉：连续抓放要保证轨迹互不干扰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官方要点：MoveIt Task Constructor（MTC）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官方用 MTC 把 pick-and-place 建模为串联的阶段流水线：GenerateGraspPose → ComputeIK → ModifyPlanningScene → MoveTo，各阶段独立验证、可并行生成多个解</a:t>
            </a:r>
          </a:p>
        </p:txBody>
      </p:sp>
      <p:pic>
        <p:nvPicPr>
          <p:cNvPr id="7" name="Picture 6" descr="ch29_mtc_stag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762" y="2487168"/>
            <a:ext cx="7169531" cy="3730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MTC 的阶段类型一览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失败时按顺序回溯，而不是整条流程重跑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774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SerialContainer 可逐物体实例化整条流水线，天然适合分拣与码垛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98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官方示例用 current_state 阶段锚定 home 位姿，避免写死关节值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2113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MTC 流水线可视化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 pick_place_task 示例在 RViz 的 Task Constructor 面板中逐阶段展示解，直观呈现"抓取—搬移—放置"的分解</a:t>
            </a:r>
          </a:p>
        </p:txBody>
      </p:sp>
      <p:pic>
        <p:nvPicPr>
          <p:cNvPr id="7" name="Picture 6" descr="ch29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9" y="2194560"/>
            <a:ext cx="11011297" cy="4023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MTC 任务阶段在 RViz 面板中的显示</a:t>
            </a:r>
          </a:p>
        </p:txBody>
      </p:sp>
      <p:pic>
        <p:nvPicPr>
          <p:cNvPr id="9" name="Picture 8" descr="ch29_first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217" y="6656831"/>
            <a:ext cx="1936621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845551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pick_place_task 前几个阶段的可视化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19302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每个阶段右侧显示解的数量与代价，可单独调试某个阶段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613647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阶段化让失败定位变得容易：哪个阶段无解，问题就在哪一段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03427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实际案例：传送带抓取与码垛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感知驱动的传送带抓取用"订阅位姿话题触发抓取"，码垛用位置数组逐层分配放置点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案例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输入/触发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关键实现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传送带抓取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订阅 /detected_object_pose 话题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approach(+0.12) → grasp → 闭爪 → retreat(+0.15) → place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码垛应用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get_next_place_pose 逐位分配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layer_positions 数组，z = 0.15 + 层号×0.1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626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传送带抓取的时序要求：感知 → grasp 的平均延迟应小于传送带运动周期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官方感知管线入口：MoveIt Perceptions（moveit_simple_grasps）与 MTC 的 GeneratePose 阶段订阅自定义话题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建议：先用静态规划场景验证抓取位姿链，再接入真实感知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9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抓取位姿链：approach → grasp → retreat，核心公式 T_grasp = T_object × T_offset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顶部抓取 (π, 0, 0) 朝下接近，侧面抓取沿 X/Y 水平接近，按物体形状选择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夹爪是独立规划组，开合即设置关节目标；抓取先开到略宽再闭合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attach/detach 用 AttachedCollisionObject + touch_links，物体随末端运动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Pick-and-Place 十步流程：抓取段与放置段对称，attach/detach 是分界点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官方三段式范式 + MTC 阶段化流水线：独立验证、并行解、失败回溯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感知驱动抓取：订阅物体位姿话题自动执行，注意感知延迟约束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24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编写程序计算顶部抓取和侧面抓取的位姿，分析两种抓取方式适用的物体形状。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实现Pick-and-Place完整流程：从A点抓取物体，移动到B点放置，最后回到home位姿。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编写多物体分拣程序：3个不同位置的物体分别抓取并放置到3个对应的目标位置。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实现码垛功能：将多个物体依次堆叠到指定位置，每层高度递增。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编写程序模拟传送带抓取：订阅物体位姿话题，当检测到物体时自动执行抓取和放置。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第29章 PPT：抓取与放置编程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下一章进入第 30 章「ROS2 图像接口与相机标定」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先介绍 sensor_msgs 图像消息接口与相机信息消息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再讲相机内参、畸变系数与标定棋盘格的采集方法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最终完成相机标定流程并用标定参数验证图像处理效果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